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21"/>
    <p:sldId id="276" r:id="rId22"/>
    <p:sldId id="277" r:id="rId23"/>
  </p:sldIdLst>
  <p:sldSz cx="9144000" cy="5143500" type="screen16x9"/>
  <p:notesSz cx="6858000" cy="9144000"/>
  <p:embeddedFontLst>
    <p:embeddedFont>
      <p:font typeface="Albert Sans" panose="020B0604020202020204" charset="0"/>
      <p:regular r:id="rId25"/>
      <p:bold r:id="rId26"/>
      <p:italic r:id="rId27"/>
      <p:boldItalic r:id="rId28"/>
    </p:embeddedFont>
    <p:embeddedFont>
      <p:font typeface="Cabin" panose="020B0604020202020204" charset="0"/>
      <p:regular r:id="rId29"/>
      <p:bold r:id="rId30"/>
      <p:italic r:id="rId31"/>
      <p:boldItalic r:id="rId32"/>
    </p:embeddedFont>
    <p:embeddedFont>
      <p:font typeface="Sora"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9E3409-9B81-497F-BCF7-86670D15029F}">
  <a:tblStyle styleId="{299E3409-9B81-497F-BCF7-86670D15029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55" d="100"/>
          <a:sy n="55" d="100"/>
        </p:scale>
        <p:origin x="114"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ff18b49f31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13376c3136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1125d80b419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8915637eef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8915637ee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8915637ee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8915637e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8915637ee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8915637ee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1125d80b4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1125d80b4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8915637ee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8915637ee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8915637ee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28915637ee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204a4cece8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204a4cece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51822890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51822890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28915637eef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28915637ee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204a31f363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204a31f363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8915637eef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8915637ee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8915637eef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8915637ee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1ff18b49f31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1ff18b49f31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1ff18b49f31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1ff18b49f31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3668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28915637eef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28915637eef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28915637eef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28915637eef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bit.ly/3A1uf1Q" TargetMode="Externa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hyperlink" Target="http://bit.ly/2TtBDfr" TargetMode="External"/><Relationship Id="rId10" Type="http://schemas.openxmlformats.org/officeDocument/2006/relationships/image" Target="../media/image6.png"/><Relationship Id="rId4" Type="http://schemas.openxmlformats.org/officeDocument/2006/relationships/hyperlink" Target="http://bit.ly/2TyoMsr" TargetMode="External"/><Relationship Id="rId9"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0" name="Google Shape;10;p2"/>
          <p:cNvSpPr txBox="1">
            <a:spLocks noGrp="1"/>
          </p:cNvSpPr>
          <p:nvPr>
            <p:ph type="ctrTitle"/>
          </p:nvPr>
        </p:nvSpPr>
        <p:spPr>
          <a:xfrm>
            <a:off x="1219700" y="972725"/>
            <a:ext cx="6704700" cy="2312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1730775" y="3578950"/>
            <a:ext cx="56823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431156" y="-1854598"/>
            <a:ext cx="11999207" cy="8120423"/>
            <a:chOff x="-2431156" y="-1854598"/>
            <a:chExt cx="11999207" cy="8120423"/>
          </a:xfrm>
        </p:grpSpPr>
        <p:pic>
          <p:nvPicPr>
            <p:cNvPr id="13" name="Google Shape;13;p2"/>
            <p:cNvPicPr preferRelativeResize="0"/>
            <p:nvPr/>
          </p:nvPicPr>
          <p:blipFill>
            <a:blip r:embed="rId3">
              <a:alphaModFix/>
            </a:blip>
            <a:stretch>
              <a:fillRect/>
            </a:stretch>
          </p:blipFill>
          <p:spPr>
            <a:xfrm rot="-5400000">
              <a:off x="7248875" y="3946650"/>
              <a:ext cx="2904851" cy="1733500"/>
            </a:xfrm>
            <a:prstGeom prst="rect">
              <a:avLst/>
            </a:prstGeom>
            <a:noFill/>
            <a:ln>
              <a:noFill/>
            </a:ln>
          </p:spPr>
        </p:pic>
        <p:pic>
          <p:nvPicPr>
            <p:cNvPr id="14" name="Google Shape;14;p2"/>
            <p:cNvPicPr preferRelativeResize="0"/>
            <p:nvPr/>
          </p:nvPicPr>
          <p:blipFill>
            <a:blip r:embed="rId4">
              <a:alphaModFix/>
            </a:blip>
            <a:stretch>
              <a:fillRect/>
            </a:stretch>
          </p:blipFill>
          <p:spPr>
            <a:xfrm flipH="1">
              <a:off x="344262" y="-835651"/>
              <a:ext cx="1611175" cy="2001762"/>
            </a:xfrm>
            <a:prstGeom prst="rect">
              <a:avLst/>
            </a:prstGeom>
            <a:noFill/>
            <a:ln>
              <a:noFill/>
            </a:ln>
          </p:spPr>
        </p:pic>
        <p:pic>
          <p:nvPicPr>
            <p:cNvPr id="15" name="Google Shape;15;p2"/>
            <p:cNvPicPr preferRelativeResize="0"/>
            <p:nvPr/>
          </p:nvPicPr>
          <p:blipFill>
            <a:blip r:embed="rId5">
              <a:alphaModFix/>
            </a:blip>
            <a:stretch>
              <a:fillRect/>
            </a:stretch>
          </p:blipFill>
          <p:spPr>
            <a:xfrm rot="1325099">
              <a:off x="388381" y="3829268"/>
              <a:ext cx="653433" cy="956350"/>
            </a:xfrm>
            <a:prstGeom prst="rect">
              <a:avLst/>
            </a:prstGeom>
            <a:noFill/>
            <a:ln>
              <a:noFill/>
            </a:ln>
          </p:spPr>
        </p:pic>
        <p:pic>
          <p:nvPicPr>
            <p:cNvPr id="16" name="Google Shape;16;p2"/>
            <p:cNvPicPr preferRelativeResize="0"/>
            <p:nvPr/>
          </p:nvPicPr>
          <p:blipFill>
            <a:blip r:embed="rId6">
              <a:alphaModFix/>
            </a:blip>
            <a:stretch>
              <a:fillRect/>
            </a:stretch>
          </p:blipFill>
          <p:spPr>
            <a:xfrm>
              <a:off x="8428900" y="1457488"/>
              <a:ext cx="177925" cy="867325"/>
            </a:xfrm>
            <a:prstGeom prst="rect">
              <a:avLst/>
            </a:prstGeom>
            <a:noFill/>
            <a:ln>
              <a:noFill/>
            </a:ln>
          </p:spPr>
        </p:pic>
        <p:pic>
          <p:nvPicPr>
            <p:cNvPr id="17" name="Google Shape;17;p2"/>
            <p:cNvPicPr preferRelativeResize="0"/>
            <p:nvPr/>
          </p:nvPicPr>
          <p:blipFill>
            <a:blip r:embed="rId7">
              <a:alphaModFix/>
            </a:blip>
            <a:stretch>
              <a:fillRect/>
            </a:stretch>
          </p:blipFill>
          <p:spPr>
            <a:xfrm rot="7537679">
              <a:off x="-2049824" y="1585452"/>
              <a:ext cx="2604351" cy="2275947"/>
            </a:xfrm>
            <a:prstGeom prst="rect">
              <a:avLst/>
            </a:prstGeom>
            <a:noFill/>
            <a:ln>
              <a:noFill/>
            </a:ln>
          </p:spPr>
        </p:pic>
        <p:pic>
          <p:nvPicPr>
            <p:cNvPr id="18" name="Google Shape;18;p2"/>
            <p:cNvPicPr preferRelativeResize="0"/>
            <p:nvPr/>
          </p:nvPicPr>
          <p:blipFill>
            <a:blip r:embed="rId7">
              <a:alphaModFix/>
            </a:blip>
            <a:stretch>
              <a:fillRect/>
            </a:stretch>
          </p:blipFill>
          <p:spPr>
            <a:xfrm rot="10800000">
              <a:off x="6072751" y="-1854598"/>
              <a:ext cx="2604351" cy="2275947"/>
            </a:xfrm>
            <a:prstGeom prst="rect">
              <a:avLst/>
            </a:prstGeom>
            <a:noFill/>
            <a:ln>
              <a:noFill/>
            </a:ln>
          </p:spPr>
        </p:pic>
        <p:grpSp>
          <p:nvGrpSpPr>
            <p:cNvPr id="19" name="Google Shape;19;p2"/>
            <p:cNvGrpSpPr/>
            <p:nvPr/>
          </p:nvGrpSpPr>
          <p:grpSpPr>
            <a:xfrm>
              <a:off x="7413076" y="-437912"/>
              <a:ext cx="1515724" cy="1440024"/>
              <a:chOff x="7413076" y="-437912"/>
              <a:chExt cx="1515724" cy="1440024"/>
            </a:xfrm>
          </p:grpSpPr>
          <p:pic>
            <p:nvPicPr>
              <p:cNvPr id="20" name="Google Shape;20;p2"/>
              <p:cNvPicPr preferRelativeResize="0"/>
              <p:nvPr/>
            </p:nvPicPr>
            <p:blipFill>
              <a:blip r:embed="rId8">
                <a:alphaModFix/>
              </a:blip>
              <a:stretch>
                <a:fillRect/>
              </a:stretch>
            </p:blipFill>
            <p:spPr>
              <a:xfrm>
                <a:off x="7413076" y="-437912"/>
                <a:ext cx="1186835" cy="1440024"/>
              </a:xfrm>
              <a:prstGeom prst="rect">
                <a:avLst/>
              </a:prstGeom>
              <a:noFill/>
              <a:ln>
                <a:noFill/>
              </a:ln>
            </p:spPr>
          </p:pic>
          <p:sp>
            <p:nvSpPr>
              <p:cNvPr id="21" name="Google Shape;21;p2"/>
              <p:cNvSpPr txBox="1"/>
              <p:nvPr/>
            </p:nvSpPr>
            <p:spPr>
              <a:xfrm>
                <a:off x="8529800" y="377625"/>
                <a:ext cx="3990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chemeClr val="dk1"/>
                    </a:solidFill>
                    <a:latin typeface="Sora"/>
                    <a:ea typeface="Sora"/>
                    <a:cs typeface="Sora"/>
                    <a:sym typeface="Sora"/>
                  </a:rPr>
                  <a:t>+</a:t>
                </a:r>
                <a:endParaRPr sz="900"/>
              </a:p>
            </p:txBody>
          </p:sp>
        </p:grpSp>
        <p:grpSp>
          <p:nvGrpSpPr>
            <p:cNvPr id="22" name="Google Shape;22;p2"/>
            <p:cNvGrpSpPr/>
            <p:nvPr/>
          </p:nvGrpSpPr>
          <p:grpSpPr>
            <a:xfrm>
              <a:off x="1661691" y="4472750"/>
              <a:ext cx="1295797" cy="1575750"/>
              <a:chOff x="1661691" y="4472750"/>
              <a:chExt cx="1295797" cy="1575750"/>
            </a:xfrm>
          </p:grpSpPr>
          <p:pic>
            <p:nvPicPr>
              <p:cNvPr id="23" name="Google Shape;23;p2"/>
              <p:cNvPicPr preferRelativeResize="0"/>
              <p:nvPr/>
            </p:nvPicPr>
            <p:blipFill>
              <a:blip r:embed="rId9">
                <a:alphaModFix/>
              </a:blip>
              <a:stretch>
                <a:fillRect/>
              </a:stretch>
            </p:blipFill>
            <p:spPr>
              <a:xfrm flipH="1">
                <a:off x="1661691" y="4608500"/>
                <a:ext cx="1295797" cy="1440000"/>
              </a:xfrm>
              <a:prstGeom prst="rect">
                <a:avLst/>
              </a:prstGeom>
              <a:noFill/>
              <a:ln>
                <a:noFill/>
              </a:ln>
            </p:spPr>
          </p:pic>
          <p:sp>
            <p:nvSpPr>
              <p:cNvPr id="24" name="Google Shape;24;p2"/>
              <p:cNvSpPr txBox="1"/>
              <p:nvPr/>
            </p:nvSpPr>
            <p:spPr>
              <a:xfrm>
                <a:off x="1976575" y="447275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pic>
        <p:nvPicPr>
          <p:cNvPr id="26" name="Google Shape;26;p3"/>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27" name="Google Shape;27;p3"/>
          <p:cNvSpPr txBox="1">
            <a:spLocks noGrp="1"/>
          </p:cNvSpPr>
          <p:nvPr>
            <p:ph type="title"/>
          </p:nvPr>
        </p:nvSpPr>
        <p:spPr>
          <a:xfrm>
            <a:off x="2391900" y="2830800"/>
            <a:ext cx="4360200" cy="861000"/>
          </a:xfrm>
          <a:prstGeom prst="rect">
            <a:avLst/>
          </a:prstGeom>
        </p:spPr>
        <p:txBody>
          <a:bodyPr spcFirstLastPara="1" wrap="square" lIns="91425" tIns="91425" rIns="91425" bIns="91425" anchor="b"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28" name="Google Shape;28;p3"/>
          <p:cNvSpPr txBox="1">
            <a:spLocks noGrp="1"/>
          </p:cNvSpPr>
          <p:nvPr>
            <p:ph type="title" idx="2" hasCustomPrompt="1"/>
          </p:nvPr>
        </p:nvSpPr>
        <p:spPr>
          <a:xfrm>
            <a:off x="4027150" y="1451695"/>
            <a:ext cx="1089900" cy="1027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grpSp>
        <p:nvGrpSpPr>
          <p:cNvPr id="29" name="Google Shape;29;p3"/>
          <p:cNvGrpSpPr/>
          <p:nvPr/>
        </p:nvGrpSpPr>
        <p:grpSpPr>
          <a:xfrm>
            <a:off x="-1239074" y="-900576"/>
            <a:ext cx="12318375" cy="5888798"/>
            <a:chOff x="-1239074" y="-900576"/>
            <a:chExt cx="12318375" cy="5888798"/>
          </a:xfrm>
        </p:grpSpPr>
        <p:pic>
          <p:nvPicPr>
            <p:cNvPr id="30" name="Google Shape;30;p3"/>
            <p:cNvPicPr preferRelativeResize="0"/>
            <p:nvPr/>
          </p:nvPicPr>
          <p:blipFill>
            <a:blip r:embed="rId3">
              <a:alphaModFix/>
            </a:blip>
            <a:stretch>
              <a:fillRect/>
            </a:stretch>
          </p:blipFill>
          <p:spPr>
            <a:xfrm rot="-1325099" flipH="1">
              <a:off x="7529831" y="3944118"/>
              <a:ext cx="653433" cy="956350"/>
            </a:xfrm>
            <a:prstGeom prst="rect">
              <a:avLst/>
            </a:prstGeom>
            <a:noFill/>
            <a:ln>
              <a:noFill/>
            </a:ln>
          </p:spPr>
        </p:pic>
        <p:pic>
          <p:nvPicPr>
            <p:cNvPr id="31" name="Google Shape;31;p3"/>
            <p:cNvPicPr preferRelativeResize="0"/>
            <p:nvPr/>
          </p:nvPicPr>
          <p:blipFill>
            <a:blip r:embed="rId4">
              <a:alphaModFix/>
            </a:blip>
            <a:stretch>
              <a:fillRect/>
            </a:stretch>
          </p:blipFill>
          <p:spPr>
            <a:xfrm rot="-7537679" flipH="1">
              <a:off x="8093619" y="2035052"/>
              <a:ext cx="2604351" cy="2275947"/>
            </a:xfrm>
            <a:prstGeom prst="rect">
              <a:avLst/>
            </a:prstGeom>
            <a:noFill/>
            <a:ln>
              <a:noFill/>
            </a:ln>
          </p:spPr>
        </p:pic>
        <p:grpSp>
          <p:nvGrpSpPr>
            <p:cNvPr id="32" name="Google Shape;32;p3"/>
            <p:cNvGrpSpPr/>
            <p:nvPr/>
          </p:nvGrpSpPr>
          <p:grpSpPr>
            <a:xfrm>
              <a:off x="7043266" y="-472000"/>
              <a:ext cx="1295797" cy="1644600"/>
              <a:chOff x="7848191" y="-744375"/>
              <a:chExt cx="1295797" cy="1644600"/>
            </a:xfrm>
          </p:grpSpPr>
          <p:pic>
            <p:nvPicPr>
              <p:cNvPr id="33" name="Google Shape;33;p3"/>
              <p:cNvPicPr preferRelativeResize="0"/>
              <p:nvPr/>
            </p:nvPicPr>
            <p:blipFill>
              <a:blip r:embed="rId5">
                <a:alphaModFix/>
              </a:blip>
              <a:stretch>
                <a:fillRect/>
              </a:stretch>
            </p:blipFill>
            <p:spPr>
              <a:xfrm flipH="1">
                <a:off x="7848191" y="-744375"/>
                <a:ext cx="1295797" cy="1440000"/>
              </a:xfrm>
              <a:prstGeom prst="rect">
                <a:avLst/>
              </a:prstGeom>
              <a:noFill/>
              <a:ln>
                <a:noFill/>
              </a:ln>
            </p:spPr>
          </p:pic>
          <p:sp>
            <p:nvSpPr>
              <p:cNvPr id="34" name="Google Shape;34;p3"/>
              <p:cNvSpPr txBox="1"/>
              <p:nvPr/>
            </p:nvSpPr>
            <p:spPr>
              <a:xfrm>
                <a:off x="8377400" y="453825"/>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35" name="Google Shape;35;p3"/>
            <p:cNvPicPr preferRelativeResize="0"/>
            <p:nvPr/>
          </p:nvPicPr>
          <p:blipFill>
            <a:blip r:embed="rId4">
              <a:alphaModFix/>
            </a:blip>
            <a:stretch>
              <a:fillRect/>
            </a:stretch>
          </p:blipFill>
          <p:spPr>
            <a:xfrm rot="10800000">
              <a:off x="-1239074" y="1433777"/>
              <a:ext cx="2604351" cy="2275947"/>
            </a:xfrm>
            <a:prstGeom prst="rect">
              <a:avLst/>
            </a:prstGeom>
            <a:noFill/>
            <a:ln>
              <a:noFill/>
            </a:ln>
          </p:spPr>
        </p:pic>
        <p:grpSp>
          <p:nvGrpSpPr>
            <p:cNvPr id="36" name="Google Shape;36;p3"/>
            <p:cNvGrpSpPr/>
            <p:nvPr/>
          </p:nvGrpSpPr>
          <p:grpSpPr>
            <a:xfrm>
              <a:off x="481201" y="3249637"/>
              <a:ext cx="1515724" cy="1440024"/>
              <a:chOff x="7413076" y="-437912"/>
              <a:chExt cx="1515724" cy="1440024"/>
            </a:xfrm>
          </p:grpSpPr>
          <p:pic>
            <p:nvPicPr>
              <p:cNvPr id="37" name="Google Shape;37;p3"/>
              <p:cNvPicPr preferRelativeResize="0"/>
              <p:nvPr/>
            </p:nvPicPr>
            <p:blipFill>
              <a:blip r:embed="rId6">
                <a:alphaModFix/>
              </a:blip>
              <a:stretch>
                <a:fillRect/>
              </a:stretch>
            </p:blipFill>
            <p:spPr>
              <a:xfrm>
                <a:off x="7413076" y="-437912"/>
                <a:ext cx="1186835" cy="1440024"/>
              </a:xfrm>
              <a:prstGeom prst="rect">
                <a:avLst/>
              </a:prstGeom>
              <a:noFill/>
              <a:ln>
                <a:noFill/>
              </a:ln>
            </p:spPr>
          </p:pic>
          <p:sp>
            <p:nvSpPr>
              <p:cNvPr id="38" name="Google Shape;38;p3"/>
              <p:cNvSpPr txBox="1"/>
              <p:nvPr/>
            </p:nvSpPr>
            <p:spPr>
              <a:xfrm>
                <a:off x="8529800" y="377625"/>
                <a:ext cx="3990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chemeClr val="dk1"/>
                    </a:solidFill>
                    <a:latin typeface="Sora"/>
                    <a:ea typeface="Sora"/>
                    <a:cs typeface="Sora"/>
                    <a:sym typeface="Sora"/>
                  </a:rPr>
                  <a:t>+</a:t>
                </a:r>
                <a:endParaRPr sz="900"/>
              </a:p>
            </p:txBody>
          </p:sp>
        </p:grpSp>
        <p:pic>
          <p:nvPicPr>
            <p:cNvPr id="39" name="Google Shape;39;p3"/>
            <p:cNvPicPr preferRelativeResize="0"/>
            <p:nvPr/>
          </p:nvPicPr>
          <p:blipFill>
            <a:blip r:embed="rId7">
              <a:alphaModFix/>
            </a:blip>
            <a:stretch>
              <a:fillRect/>
            </a:stretch>
          </p:blipFill>
          <p:spPr>
            <a:xfrm flipH="1">
              <a:off x="1455237" y="-900576"/>
              <a:ext cx="1611175" cy="2001762"/>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pic>
        <p:nvPicPr>
          <p:cNvPr id="41" name="Google Shape;41;p4"/>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42" name="Google Shape;42;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43" name="Google Shape;43;p4"/>
          <p:cNvSpPr txBox="1">
            <a:spLocks noGrp="1"/>
          </p:cNvSpPr>
          <p:nvPr>
            <p:ph type="body" idx="1"/>
          </p:nvPr>
        </p:nvSpPr>
        <p:spPr>
          <a:xfrm>
            <a:off x="720000" y="1152475"/>
            <a:ext cx="7704000" cy="3681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44" name="Google Shape;44;p4"/>
          <p:cNvGrpSpPr/>
          <p:nvPr/>
        </p:nvGrpSpPr>
        <p:grpSpPr>
          <a:xfrm>
            <a:off x="-746025" y="-1698524"/>
            <a:ext cx="11164650" cy="8340748"/>
            <a:chOff x="-746025" y="-1698524"/>
            <a:chExt cx="11164650" cy="8340748"/>
          </a:xfrm>
        </p:grpSpPr>
        <p:pic>
          <p:nvPicPr>
            <p:cNvPr id="45" name="Google Shape;45;p4"/>
            <p:cNvPicPr preferRelativeResize="0"/>
            <p:nvPr/>
          </p:nvPicPr>
          <p:blipFill>
            <a:blip r:embed="rId3">
              <a:alphaModFix/>
            </a:blip>
            <a:stretch>
              <a:fillRect/>
            </a:stretch>
          </p:blipFill>
          <p:spPr>
            <a:xfrm>
              <a:off x="-331475" y="-249400"/>
              <a:ext cx="922393" cy="784400"/>
            </a:xfrm>
            <a:prstGeom prst="rect">
              <a:avLst/>
            </a:prstGeom>
            <a:noFill/>
            <a:ln>
              <a:noFill/>
            </a:ln>
          </p:spPr>
        </p:pic>
        <p:pic>
          <p:nvPicPr>
            <p:cNvPr id="46" name="Google Shape;46;p4"/>
            <p:cNvPicPr preferRelativeResize="0"/>
            <p:nvPr/>
          </p:nvPicPr>
          <p:blipFill>
            <a:blip r:embed="rId4">
              <a:alphaModFix/>
            </a:blip>
            <a:stretch>
              <a:fillRect/>
            </a:stretch>
          </p:blipFill>
          <p:spPr>
            <a:xfrm>
              <a:off x="8424000" y="255523"/>
              <a:ext cx="1713300" cy="372539"/>
            </a:xfrm>
            <a:prstGeom prst="rect">
              <a:avLst/>
            </a:prstGeom>
            <a:noFill/>
            <a:ln>
              <a:noFill/>
            </a:ln>
          </p:spPr>
        </p:pic>
        <p:pic>
          <p:nvPicPr>
            <p:cNvPr id="47" name="Google Shape;47;p4"/>
            <p:cNvPicPr preferRelativeResize="0"/>
            <p:nvPr/>
          </p:nvPicPr>
          <p:blipFill>
            <a:blip r:embed="rId5">
              <a:alphaModFix/>
            </a:blip>
            <a:stretch>
              <a:fillRect/>
            </a:stretch>
          </p:blipFill>
          <p:spPr>
            <a:xfrm rot="-5400000">
              <a:off x="7978476" y="-1534322"/>
              <a:ext cx="2604351" cy="2275947"/>
            </a:xfrm>
            <a:prstGeom prst="rect">
              <a:avLst/>
            </a:prstGeom>
            <a:noFill/>
            <a:ln>
              <a:noFill/>
            </a:ln>
          </p:spPr>
        </p:pic>
        <p:pic>
          <p:nvPicPr>
            <p:cNvPr id="48" name="Google Shape;48;p4"/>
            <p:cNvPicPr preferRelativeResize="0"/>
            <p:nvPr/>
          </p:nvPicPr>
          <p:blipFill>
            <a:blip r:embed="rId5">
              <a:alphaModFix/>
            </a:blip>
            <a:stretch>
              <a:fillRect/>
            </a:stretch>
          </p:blipFill>
          <p:spPr>
            <a:xfrm rot="5400000">
              <a:off x="-891925" y="4474075"/>
              <a:ext cx="2314050" cy="2022250"/>
            </a:xfrm>
            <a:prstGeom prst="rect">
              <a:avLst/>
            </a:prstGeom>
            <a:noFill/>
            <a:ln>
              <a:noFill/>
            </a:ln>
          </p:spPr>
        </p:pic>
        <p:pic>
          <p:nvPicPr>
            <p:cNvPr id="49" name="Google Shape;49;p4"/>
            <p:cNvPicPr preferRelativeResize="0"/>
            <p:nvPr/>
          </p:nvPicPr>
          <p:blipFill>
            <a:blip r:embed="rId6">
              <a:alphaModFix/>
            </a:blip>
            <a:stretch>
              <a:fillRect/>
            </a:stretch>
          </p:blipFill>
          <p:spPr>
            <a:xfrm>
              <a:off x="8680625" y="4608500"/>
              <a:ext cx="819150" cy="72390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
        <p:cNvGrpSpPr/>
        <p:nvPr/>
      </p:nvGrpSpPr>
      <p:grpSpPr>
        <a:xfrm>
          <a:off x="0" y="0"/>
          <a:ext cx="0" cy="0"/>
          <a:chOff x="0" y="0"/>
          <a:chExt cx="0" cy="0"/>
        </a:xfrm>
      </p:grpSpPr>
      <p:pic>
        <p:nvPicPr>
          <p:cNvPr id="51" name="Google Shape;51;p5"/>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52" name="Google Shape;52;p5"/>
          <p:cNvSpPr txBox="1">
            <a:spLocks noGrp="1"/>
          </p:cNvSpPr>
          <p:nvPr>
            <p:ph type="subTitle" idx="1"/>
          </p:nvPr>
        </p:nvSpPr>
        <p:spPr>
          <a:xfrm>
            <a:off x="1072087" y="2320628"/>
            <a:ext cx="3279900" cy="459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endParaRPr/>
          </a:p>
        </p:txBody>
      </p:sp>
      <p:sp>
        <p:nvSpPr>
          <p:cNvPr id="53" name="Google Shape;53;p5"/>
          <p:cNvSpPr txBox="1">
            <a:spLocks noGrp="1"/>
          </p:cNvSpPr>
          <p:nvPr>
            <p:ph type="subTitle" idx="2"/>
          </p:nvPr>
        </p:nvSpPr>
        <p:spPr>
          <a:xfrm>
            <a:off x="4792017" y="2320628"/>
            <a:ext cx="3279900" cy="459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endParaRPr/>
          </a:p>
        </p:txBody>
      </p:sp>
      <p:sp>
        <p:nvSpPr>
          <p:cNvPr id="54" name="Google Shape;54;p5"/>
          <p:cNvSpPr txBox="1">
            <a:spLocks noGrp="1"/>
          </p:cNvSpPr>
          <p:nvPr>
            <p:ph type="subTitle" idx="3"/>
          </p:nvPr>
        </p:nvSpPr>
        <p:spPr>
          <a:xfrm>
            <a:off x="1072075" y="2780628"/>
            <a:ext cx="3279900" cy="132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5" name="Google Shape;55;p5"/>
          <p:cNvSpPr txBox="1">
            <a:spLocks noGrp="1"/>
          </p:cNvSpPr>
          <p:nvPr>
            <p:ph type="subTitle" idx="4"/>
          </p:nvPr>
        </p:nvSpPr>
        <p:spPr>
          <a:xfrm>
            <a:off x="4792005" y="2780628"/>
            <a:ext cx="3279900" cy="132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 name="Google Shape;5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7" name="Google Shape;57;p5"/>
          <p:cNvGrpSpPr/>
          <p:nvPr/>
        </p:nvGrpSpPr>
        <p:grpSpPr>
          <a:xfrm>
            <a:off x="-746025" y="-1534750"/>
            <a:ext cx="11275975" cy="7334075"/>
            <a:chOff x="-746025" y="-1534750"/>
            <a:chExt cx="11275975" cy="7334075"/>
          </a:xfrm>
        </p:grpSpPr>
        <p:pic>
          <p:nvPicPr>
            <p:cNvPr id="58" name="Google Shape;58;p5"/>
            <p:cNvPicPr preferRelativeResize="0"/>
            <p:nvPr/>
          </p:nvPicPr>
          <p:blipFill>
            <a:blip r:embed="rId3">
              <a:alphaModFix/>
            </a:blip>
            <a:stretch>
              <a:fillRect/>
            </a:stretch>
          </p:blipFill>
          <p:spPr>
            <a:xfrm rot="5400000" flipH="1">
              <a:off x="-891925" y="-1388850"/>
              <a:ext cx="2314050" cy="2022250"/>
            </a:xfrm>
            <a:prstGeom prst="rect">
              <a:avLst/>
            </a:prstGeom>
            <a:noFill/>
            <a:ln>
              <a:noFill/>
            </a:ln>
          </p:spPr>
        </p:pic>
        <p:pic>
          <p:nvPicPr>
            <p:cNvPr id="59" name="Google Shape;59;p5"/>
            <p:cNvPicPr preferRelativeResize="0"/>
            <p:nvPr/>
          </p:nvPicPr>
          <p:blipFill>
            <a:blip r:embed="rId4">
              <a:alphaModFix/>
            </a:blip>
            <a:stretch>
              <a:fillRect/>
            </a:stretch>
          </p:blipFill>
          <p:spPr>
            <a:xfrm flipH="1">
              <a:off x="8680625" y="535000"/>
              <a:ext cx="819150" cy="723900"/>
            </a:xfrm>
            <a:prstGeom prst="rect">
              <a:avLst/>
            </a:prstGeom>
            <a:noFill/>
            <a:ln>
              <a:noFill/>
            </a:ln>
          </p:spPr>
        </p:pic>
        <p:pic>
          <p:nvPicPr>
            <p:cNvPr id="60" name="Google Shape;60;p5"/>
            <p:cNvPicPr preferRelativeResize="0"/>
            <p:nvPr/>
          </p:nvPicPr>
          <p:blipFill>
            <a:blip r:embed="rId3">
              <a:alphaModFix/>
            </a:blip>
            <a:stretch>
              <a:fillRect/>
            </a:stretch>
          </p:blipFill>
          <p:spPr>
            <a:xfrm rot="10800000" flipH="1">
              <a:off x="8215900" y="3777075"/>
              <a:ext cx="2314050" cy="202225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pic>
        <p:nvPicPr>
          <p:cNvPr id="62" name="Google Shape;62;p6"/>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63" name="Google Shape;6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4" name="Google Shape;64;p6"/>
          <p:cNvGrpSpPr/>
          <p:nvPr/>
        </p:nvGrpSpPr>
        <p:grpSpPr>
          <a:xfrm>
            <a:off x="-746025" y="-1534750"/>
            <a:ext cx="11275975" cy="7334075"/>
            <a:chOff x="-746025" y="-1534750"/>
            <a:chExt cx="11275975" cy="7334075"/>
          </a:xfrm>
        </p:grpSpPr>
        <p:pic>
          <p:nvPicPr>
            <p:cNvPr id="65" name="Google Shape;65;p6"/>
            <p:cNvPicPr preferRelativeResize="0"/>
            <p:nvPr/>
          </p:nvPicPr>
          <p:blipFill>
            <a:blip r:embed="rId3">
              <a:alphaModFix/>
            </a:blip>
            <a:stretch>
              <a:fillRect/>
            </a:stretch>
          </p:blipFill>
          <p:spPr>
            <a:xfrm rot="5400000" flipH="1">
              <a:off x="-891925" y="-1388850"/>
              <a:ext cx="2314050" cy="2022250"/>
            </a:xfrm>
            <a:prstGeom prst="rect">
              <a:avLst/>
            </a:prstGeom>
            <a:noFill/>
            <a:ln>
              <a:noFill/>
            </a:ln>
          </p:spPr>
        </p:pic>
        <p:pic>
          <p:nvPicPr>
            <p:cNvPr id="66" name="Google Shape;66;p6"/>
            <p:cNvPicPr preferRelativeResize="0"/>
            <p:nvPr/>
          </p:nvPicPr>
          <p:blipFill>
            <a:blip r:embed="rId4">
              <a:alphaModFix/>
            </a:blip>
            <a:stretch>
              <a:fillRect/>
            </a:stretch>
          </p:blipFill>
          <p:spPr>
            <a:xfrm flipH="1">
              <a:off x="8680625" y="535000"/>
              <a:ext cx="819150" cy="723900"/>
            </a:xfrm>
            <a:prstGeom prst="rect">
              <a:avLst/>
            </a:prstGeom>
            <a:noFill/>
            <a:ln>
              <a:noFill/>
            </a:ln>
          </p:spPr>
        </p:pic>
        <p:pic>
          <p:nvPicPr>
            <p:cNvPr id="67" name="Google Shape;67;p6"/>
            <p:cNvPicPr preferRelativeResize="0"/>
            <p:nvPr/>
          </p:nvPicPr>
          <p:blipFill>
            <a:blip r:embed="rId3">
              <a:alphaModFix/>
            </a:blip>
            <a:stretch>
              <a:fillRect/>
            </a:stretch>
          </p:blipFill>
          <p:spPr>
            <a:xfrm rot="10800000" flipH="1">
              <a:off x="8215900" y="3777075"/>
              <a:ext cx="2314050" cy="20222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8"/>
        <p:cNvGrpSpPr/>
        <p:nvPr/>
      </p:nvGrpSpPr>
      <p:grpSpPr>
        <a:xfrm>
          <a:off x="0" y="0"/>
          <a:ext cx="0" cy="0"/>
          <a:chOff x="0" y="0"/>
          <a:chExt cx="0" cy="0"/>
        </a:xfrm>
      </p:grpSpPr>
      <p:pic>
        <p:nvPicPr>
          <p:cNvPr id="69" name="Google Shape;69;p7"/>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70" name="Google Shape;70;p7"/>
          <p:cNvSpPr txBox="1">
            <a:spLocks noGrp="1"/>
          </p:cNvSpPr>
          <p:nvPr>
            <p:ph type="title"/>
          </p:nvPr>
        </p:nvSpPr>
        <p:spPr>
          <a:xfrm>
            <a:off x="720000" y="849125"/>
            <a:ext cx="4244400" cy="1068000"/>
          </a:xfrm>
          <a:prstGeom prst="rect">
            <a:avLst/>
          </a:prstGeom>
        </p:spPr>
        <p:txBody>
          <a:bodyPr spcFirstLastPara="1" wrap="square" lIns="91425" tIns="91425" rIns="91425" bIns="91425" anchor="b" anchorCtr="0">
            <a:noAutofit/>
          </a:bodyPr>
          <a:lstStyle>
            <a:lvl1pPr lvl="0" algn="l" rtl="0">
              <a:lnSpc>
                <a:spcPct val="100000"/>
              </a:lnSpc>
              <a:spcBef>
                <a:spcPts val="0"/>
              </a:spcBef>
              <a:spcAft>
                <a:spcPts val="0"/>
              </a:spcAft>
              <a:buSzPts val="3000"/>
              <a:buNone/>
              <a:defRPr sz="2900"/>
            </a:lvl1pPr>
            <a:lvl2pPr lvl="1" rtl="0">
              <a:lnSpc>
                <a:spcPct val="100000"/>
              </a:lnSpc>
              <a:spcBef>
                <a:spcPts val="0"/>
              </a:spcBef>
              <a:spcAft>
                <a:spcPts val="0"/>
              </a:spcAft>
              <a:buSzPts val="3000"/>
              <a:buFont typeface="Sora"/>
              <a:buNone/>
              <a:defRPr>
                <a:latin typeface="Sora"/>
                <a:ea typeface="Sora"/>
                <a:cs typeface="Sora"/>
                <a:sym typeface="Sora"/>
              </a:defRPr>
            </a:lvl2pPr>
            <a:lvl3pPr lvl="2" rtl="0">
              <a:lnSpc>
                <a:spcPct val="100000"/>
              </a:lnSpc>
              <a:spcBef>
                <a:spcPts val="0"/>
              </a:spcBef>
              <a:spcAft>
                <a:spcPts val="0"/>
              </a:spcAft>
              <a:buSzPts val="3000"/>
              <a:buFont typeface="Sora"/>
              <a:buNone/>
              <a:defRPr>
                <a:latin typeface="Sora"/>
                <a:ea typeface="Sora"/>
                <a:cs typeface="Sora"/>
                <a:sym typeface="Sora"/>
              </a:defRPr>
            </a:lvl3pPr>
            <a:lvl4pPr lvl="3" rtl="0">
              <a:lnSpc>
                <a:spcPct val="100000"/>
              </a:lnSpc>
              <a:spcBef>
                <a:spcPts val="0"/>
              </a:spcBef>
              <a:spcAft>
                <a:spcPts val="0"/>
              </a:spcAft>
              <a:buSzPts val="3000"/>
              <a:buFont typeface="Sora"/>
              <a:buNone/>
              <a:defRPr>
                <a:latin typeface="Sora"/>
                <a:ea typeface="Sora"/>
                <a:cs typeface="Sora"/>
                <a:sym typeface="Sora"/>
              </a:defRPr>
            </a:lvl4pPr>
            <a:lvl5pPr lvl="4" rtl="0">
              <a:lnSpc>
                <a:spcPct val="100000"/>
              </a:lnSpc>
              <a:spcBef>
                <a:spcPts val="0"/>
              </a:spcBef>
              <a:spcAft>
                <a:spcPts val="0"/>
              </a:spcAft>
              <a:buSzPts val="3000"/>
              <a:buFont typeface="Sora"/>
              <a:buNone/>
              <a:defRPr>
                <a:latin typeface="Sora"/>
                <a:ea typeface="Sora"/>
                <a:cs typeface="Sora"/>
                <a:sym typeface="Sora"/>
              </a:defRPr>
            </a:lvl5pPr>
            <a:lvl6pPr lvl="5" rtl="0">
              <a:lnSpc>
                <a:spcPct val="100000"/>
              </a:lnSpc>
              <a:spcBef>
                <a:spcPts val="0"/>
              </a:spcBef>
              <a:spcAft>
                <a:spcPts val="0"/>
              </a:spcAft>
              <a:buSzPts val="3000"/>
              <a:buFont typeface="Sora"/>
              <a:buNone/>
              <a:defRPr>
                <a:latin typeface="Sora"/>
                <a:ea typeface="Sora"/>
                <a:cs typeface="Sora"/>
                <a:sym typeface="Sora"/>
              </a:defRPr>
            </a:lvl6pPr>
            <a:lvl7pPr lvl="6" rtl="0">
              <a:lnSpc>
                <a:spcPct val="100000"/>
              </a:lnSpc>
              <a:spcBef>
                <a:spcPts val="0"/>
              </a:spcBef>
              <a:spcAft>
                <a:spcPts val="0"/>
              </a:spcAft>
              <a:buSzPts val="3000"/>
              <a:buFont typeface="Sora"/>
              <a:buNone/>
              <a:defRPr>
                <a:latin typeface="Sora"/>
                <a:ea typeface="Sora"/>
                <a:cs typeface="Sora"/>
                <a:sym typeface="Sora"/>
              </a:defRPr>
            </a:lvl7pPr>
            <a:lvl8pPr lvl="7" rtl="0">
              <a:lnSpc>
                <a:spcPct val="100000"/>
              </a:lnSpc>
              <a:spcBef>
                <a:spcPts val="0"/>
              </a:spcBef>
              <a:spcAft>
                <a:spcPts val="0"/>
              </a:spcAft>
              <a:buSzPts val="3000"/>
              <a:buFont typeface="Sora"/>
              <a:buNone/>
              <a:defRPr>
                <a:latin typeface="Sora"/>
                <a:ea typeface="Sora"/>
                <a:cs typeface="Sora"/>
                <a:sym typeface="Sora"/>
              </a:defRPr>
            </a:lvl8pPr>
            <a:lvl9pPr lvl="8" rtl="0">
              <a:lnSpc>
                <a:spcPct val="100000"/>
              </a:lnSpc>
              <a:spcBef>
                <a:spcPts val="0"/>
              </a:spcBef>
              <a:spcAft>
                <a:spcPts val="0"/>
              </a:spcAft>
              <a:buSzPts val="3000"/>
              <a:buFont typeface="Sora"/>
              <a:buNone/>
              <a:defRPr>
                <a:latin typeface="Sora"/>
                <a:ea typeface="Sora"/>
                <a:cs typeface="Sora"/>
                <a:sym typeface="Sora"/>
              </a:defRPr>
            </a:lvl9pPr>
          </a:lstStyle>
          <a:p>
            <a:endParaRPr/>
          </a:p>
        </p:txBody>
      </p:sp>
      <p:sp>
        <p:nvSpPr>
          <p:cNvPr id="71" name="Google Shape;71;p7"/>
          <p:cNvSpPr txBox="1">
            <a:spLocks noGrp="1"/>
          </p:cNvSpPr>
          <p:nvPr>
            <p:ph type="body" idx="1"/>
          </p:nvPr>
        </p:nvSpPr>
        <p:spPr>
          <a:xfrm>
            <a:off x="720000" y="1951675"/>
            <a:ext cx="4244400" cy="2342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72" name="Google Shape;72;p7"/>
          <p:cNvSpPr>
            <a:spLocks noGrp="1"/>
          </p:cNvSpPr>
          <p:nvPr>
            <p:ph type="pic" idx="2"/>
          </p:nvPr>
        </p:nvSpPr>
        <p:spPr>
          <a:xfrm>
            <a:off x="5631000" y="535000"/>
            <a:ext cx="2797800" cy="4073400"/>
          </a:xfrm>
          <a:prstGeom prst="rect">
            <a:avLst/>
          </a:prstGeom>
          <a:noFill/>
          <a:ln>
            <a:noFill/>
          </a:ln>
        </p:spPr>
      </p:sp>
      <p:grpSp>
        <p:nvGrpSpPr>
          <p:cNvPr id="73" name="Google Shape;73;p7"/>
          <p:cNvGrpSpPr/>
          <p:nvPr/>
        </p:nvGrpSpPr>
        <p:grpSpPr>
          <a:xfrm>
            <a:off x="163174" y="-885900"/>
            <a:ext cx="5229832" cy="6338851"/>
            <a:chOff x="163174" y="-885900"/>
            <a:chExt cx="5229832" cy="6338851"/>
          </a:xfrm>
        </p:grpSpPr>
        <p:pic>
          <p:nvPicPr>
            <p:cNvPr id="74" name="Google Shape;74;p7"/>
            <p:cNvPicPr preferRelativeResize="0"/>
            <p:nvPr/>
          </p:nvPicPr>
          <p:blipFill>
            <a:blip r:embed="rId3">
              <a:alphaModFix/>
            </a:blip>
            <a:stretch>
              <a:fillRect/>
            </a:stretch>
          </p:blipFill>
          <p:spPr>
            <a:xfrm flipH="1">
              <a:off x="163174" y="4328926"/>
              <a:ext cx="1515875" cy="1124025"/>
            </a:xfrm>
            <a:prstGeom prst="rect">
              <a:avLst/>
            </a:prstGeom>
            <a:noFill/>
            <a:ln>
              <a:noFill/>
            </a:ln>
          </p:spPr>
        </p:pic>
        <p:pic>
          <p:nvPicPr>
            <p:cNvPr id="75" name="Google Shape;75;p7"/>
            <p:cNvPicPr preferRelativeResize="0"/>
            <p:nvPr/>
          </p:nvPicPr>
          <p:blipFill>
            <a:blip r:embed="rId4">
              <a:alphaModFix/>
            </a:blip>
            <a:stretch>
              <a:fillRect/>
            </a:stretch>
          </p:blipFill>
          <p:spPr>
            <a:xfrm rot="5400000">
              <a:off x="1059800" y="12362"/>
              <a:ext cx="177925" cy="867325"/>
            </a:xfrm>
            <a:prstGeom prst="rect">
              <a:avLst/>
            </a:prstGeom>
            <a:noFill/>
            <a:ln>
              <a:noFill/>
            </a:ln>
          </p:spPr>
        </p:pic>
        <p:grpSp>
          <p:nvGrpSpPr>
            <p:cNvPr id="76" name="Google Shape;76;p7"/>
            <p:cNvGrpSpPr/>
            <p:nvPr/>
          </p:nvGrpSpPr>
          <p:grpSpPr>
            <a:xfrm>
              <a:off x="4136373" y="-885900"/>
              <a:ext cx="1256634" cy="1761606"/>
              <a:chOff x="4136373" y="-885900"/>
              <a:chExt cx="1256634" cy="1761606"/>
            </a:xfrm>
          </p:grpSpPr>
          <p:pic>
            <p:nvPicPr>
              <p:cNvPr id="77" name="Google Shape;77;p7"/>
              <p:cNvPicPr preferRelativeResize="0"/>
              <p:nvPr/>
            </p:nvPicPr>
            <p:blipFill>
              <a:blip r:embed="rId5">
                <a:alphaModFix/>
              </a:blip>
              <a:stretch>
                <a:fillRect/>
              </a:stretch>
            </p:blipFill>
            <p:spPr>
              <a:xfrm rot="-5400000">
                <a:off x="3704498" y="-454025"/>
                <a:ext cx="1735025" cy="871275"/>
              </a:xfrm>
              <a:prstGeom prst="rect">
                <a:avLst/>
              </a:prstGeom>
              <a:noFill/>
              <a:ln>
                <a:noFill/>
              </a:ln>
            </p:spPr>
          </p:pic>
          <p:sp>
            <p:nvSpPr>
              <p:cNvPr id="78" name="Google Shape;78;p7"/>
              <p:cNvSpPr txBox="1"/>
              <p:nvPr/>
            </p:nvSpPr>
            <p:spPr>
              <a:xfrm>
                <a:off x="4994006" y="429306"/>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9"/>
        <p:cNvGrpSpPr/>
        <p:nvPr/>
      </p:nvGrpSpPr>
      <p:grpSpPr>
        <a:xfrm>
          <a:off x="0" y="0"/>
          <a:ext cx="0" cy="0"/>
          <a:chOff x="0" y="0"/>
          <a:chExt cx="0" cy="0"/>
        </a:xfrm>
      </p:grpSpPr>
      <p:pic>
        <p:nvPicPr>
          <p:cNvPr id="80" name="Google Shape;80;p8"/>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81" name="Google Shape;81;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82" name="Google Shape;82;p8"/>
          <p:cNvGrpSpPr/>
          <p:nvPr/>
        </p:nvGrpSpPr>
        <p:grpSpPr>
          <a:xfrm>
            <a:off x="-2431156" y="-1854598"/>
            <a:ext cx="11999207" cy="8120423"/>
            <a:chOff x="-2431156" y="-1854598"/>
            <a:chExt cx="11999207" cy="8120423"/>
          </a:xfrm>
        </p:grpSpPr>
        <p:pic>
          <p:nvPicPr>
            <p:cNvPr id="83" name="Google Shape;83;p8"/>
            <p:cNvPicPr preferRelativeResize="0"/>
            <p:nvPr/>
          </p:nvPicPr>
          <p:blipFill>
            <a:blip r:embed="rId3">
              <a:alphaModFix/>
            </a:blip>
            <a:stretch>
              <a:fillRect/>
            </a:stretch>
          </p:blipFill>
          <p:spPr>
            <a:xfrm rot="-5400000">
              <a:off x="7248875" y="3946650"/>
              <a:ext cx="2904851" cy="1733500"/>
            </a:xfrm>
            <a:prstGeom prst="rect">
              <a:avLst/>
            </a:prstGeom>
            <a:noFill/>
            <a:ln>
              <a:noFill/>
            </a:ln>
          </p:spPr>
        </p:pic>
        <p:pic>
          <p:nvPicPr>
            <p:cNvPr id="84" name="Google Shape;84;p8"/>
            <p:cNvPicPr preferRelativeResize="0"/>
            <p:nvPr/>
          </p:nvPicPr>
          <p:blipFill>
            <a:blip r:embed="rId4">
              <a:alphaModFix/>
            </a:blip>
            <a:stretch>
              <a:fillRect/>
            </a:stretch>
          </p:blipFill>
          <p:spPr>
            <a:xfrm flipH="1">
              <a:off x="344262" y="-835651"/>
              <a:ext cx="1611175" cy="2001762"/>
            </a:xfrm>
            <a:prstGeom prst="rect">
              <a:avLst/>
            </a:prstGeom>
            <a:noFill/>
            <a:ln>
              <a:noFill/>
            </a:ln>
          </p:spPr>
        </p:pic>
        <p:pic>
          <p:nvPicPr>
            <p:cNvPr id="85" name="Google Shape;85;p8"/>
            <p:cNvPicPr preferRelativeResize="0"/>
            <p:nvPr/>
          </p:nvPicPr>
          <p:blipFill>
            <a:blip r:embed="rId5">
              <a:alphaModFix/>
            </a:blip>
            <a:stretch>
              <a:fillRect/>
            </a:stretch>
          </p:blipFill>
          <p:spPr>
            <a:xfrm rot="1325099">
              <a:off x="388381" y="3829268"/>
              <a:ext cx="653433" cy="956350"/>
            </a:xfrm>
            <a:prstGeom prst="rect">
              <a:avLst/>
            </a:prstGeom>
            <a:noFill/>
            <a:ln>
              <a:noFill/>
            </a:ln>
          </p:spPr>
        </p:pic>
        <p:pic>
          <p:nvPicPr>
            <p:cNvPr id="86" name="Google Shape;86;p8"/>
            <p:cNvPicPr preferRelativeResize="0"/>
            <p:nvPr/>
          </p:nvPicPr>
          <p:blipFill>
            <a:blip r:embed="rId6">
              <a:alphaModFix/>
            </a:blip>
            <a:stretch>
              <a:fillRect/>
            </a:stretch>
          </p:blipFill>
          <p:spPr>
            <a:xfrm>
              <a:off x="8428900" y="1457488"/>
              <a:ext cx="177925" cy="867325"/>
            </a:xfrm>
            <a:prstGeom prst="rect">
              <a:avLst/>
            </a:prstGeom>
            <a:noFill/>
            <a:ln>
              <a:noFill/>
            </a:ln>
          </p:spPr>
        </p:pic>
        <p:pic>
          <p:nvPicPr>
            <p:cNvPr id="87" name="Google Shape;87;p8"/>
            <p:cNvPicPr preferRelativeResize="0"/>
            <p:nvPr/>
          </p:nvPicPr>
          <p:blipFill>
            <a:blip r:embed="rId7">
              <a:alphaModFix/>
            </a:blip>
            <a:stretch>
              <a:fillRect/>
            </a:stretch>
          </p:blipFill>
          <p:spPr>
            <a:xfrm rot="7537679">
              <a:off x="-2049824" y="1585452"/>
              <a:ext cx="2604351" cy="2275947"/>
            </a:xfrm>
            <a:prstGeom prst="rect">
              <a:avLst/>
            </a:prstGeom>
            <a:noFill/>
            <a:ln>
              <a:noFill/>
            </a:ln>
          </p:spPr>
        </p:pic>
        <p:pic>
          <p:nvPicPr>
            <p:cNvPr id="88" name="Google Shape;88;p8"/>
            <p:cNvPicPr preferRelativeResize="0"/>
            <p:nvPr/>
          </p:nvPicPr>
          <p:blipFill>
            <a:blip r:embed="rId7">
              <a:alphaModFix/>
            </a:blip>
            <a:stretch>
              <a:fillRect/>
            </a:stretch>
          </p:blipFill>
          <p:spPr>
            <a:xfrm rot="10800000">
              <a:off x="6072751" y="-1854598"/>
              <a:ext cx="2604351" cy="2275947"/>
            </a:xfrm>
            <a:prstGeom prst="rect">
              <a:avLst/>
            </a:prstGeom>
            <a:noFill/>
            <a:ln>
              <a:noFill/>
            </a:ln>
          </p:spPr>
        </p:pic>
        <p:grpSp>
          <p:nvGrpSpPr>
            <p:cNvPr id="89" name="Google Shape;89;p8"/>
            <p:cNvGrpSpPr/>
            <p:nvPr/>
          </p:nvGrpSpPr>
          <p:grpSpPr>
            <a:xfrm>
              <a:off x="7413076" y="-437912"/>
              <a:ext cx="1515724" cy="1440024"/>
              <a:chOff x="7413076" y="-437912"/>
              <a:chExt cx="1515724" cy="1440024"/>
            </a:xfrm>
          </p:grpSpPr>
          <p:pic>
            <p:nvPicPr>
              <p:cNvPr id="90" name="Google Shape;90;p8"/>
              <p:cNvPicPr preferRelativeResize="0"/>
              <p:nvPr/>
            </p:nvPicPr>
            <p:blipFill>
              <a:blip r:embed="rId8">
                <a:alphaModFix/>
              </a:blip>
              <a:stretch>
                <a:fillRect/>
              </a:stretch>
            </p:blipFill>
            <p:spPr>
              <a:xfrm>
                <a:off x="7413076" y="-437912"/>
                <a:ext cx="1186835" cy="1440024"/>
              </a:xfrm>
              <a:prstGeom prst="rect">
                <a:avLst/>
              </a:prstGeom>
              <a:noFill/>
              <a:ln>
                <a:noFill/>
              </a:ln>
            </p:spPr>
          </p:pic>
          <p:sp>
            <p:nvSpPr>
              <p:cNvPr id="91" name="Google Shape;91;p8"/>
              <p:cNvSpPr txBox="1"/>
              <p:nvPr/>
            </p:nvSpPr>
            <p:spPr>
              <a:xfrm>
                <a:off x="8529800" y="377625"/>
                <a:ext cx="3990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chemeClr val="dk1"/>
                    </a:solidFill>
                    <a:latin typeface="Sora"/>
                    <a:ea typeface="Sora"/>
                    <a:cs typeface="Sora"/>
                    <a:sym typeface="Sora"/>
                  </a:rPr>
                  <a:t>+</a:t>
                </a:r>
                <a:endParaRPr sz="900"/>
              </a:p>
            </p:txBody>
          </p:sp>
        </p:grpSp>
        <p:grpSp>
          <p:nvGrpSpPr>
            <p:cNvPr id="92" name="Google Shape;92;p8"/>
            <p:cNvGrpSpPr/>
            <p:nvPr/>
          </p:nvGrpSpPr>
          <p:grpSpPr>
            <a:xfrm>
              <a:off x="1661691" y="4472750"/>
              <a:ext cx="1295797" cy="1575750"/>
              <a:chOff x="1661691" y="4472750"/>
              <a:chExt cx="1295797" cy="1575750"/>
            </a:xfrm>
          </p:grpSpPr>
          <p:pic>
            <p:nvPicPr>
              <p:cNvPr id="93" name="Google Shape;93;p8"/>
              <p:cNvPicPr preferRelativeResize="0"/>
              <p:nvPr/>
            </p:nvPicPr>
            <p:blipFill>
              <a:blip r:embed="rId9">
                <a:alphaModFix/>
              </a:blip>
              <a:stretch>
                <a:fillRect/>
              </a:stretch>
            </p:blipFill>
            <p:spPr>
              <a:xfrm flipH="1">
                <a:off x="1661691" y="4608500"/>
                <a:ext cx="1295797" cy="1440000"/>
              </a:xfrm>
              <a:prstGeom prst="rect">
                <a:avLst/>
              </a:prstGeom>
              <a:noFill/>
              <a:ln>
                <a:noFill/>
              </a:ln>
            </p:spPr>
          </p:pic>
          <p:sp>
            <p:nvSpPr>
              <p:cNvPr id="94" name="Google Shape;94;p8"/>
              <p:cNvSpPr txBox="1"/>
              <p:nvPr/>
            </p:nvSpPr>
            <p:spPr>
              <a:xfrm>
                <a:off x="1976575" y="447275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
        <p:cNvGrpSpPr/>
        <p:nvPr/>
      </p:nvGrpSpPr>
      <p:grpSpPr>
        <a:xfrm>
          <a:off x="0" y="0"/>
          <a:ext cx="0" cy="0"/>
          <a:chOff x="0" y="0"/>
          <a:chExt cx="0" cy="0"/>
        </a:xfrm>
      </p:grpSpPr>
      <p:pic>
        <p:nvPicPr>
          <p:cNvPr id="96" name="Google Shape;96;p9"/>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97" name="Google Shape;97;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8" name="Google Shape;98;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99" name="Google Shape;99;p9"/>
          <p:cNvGrpSpPr/>
          <p:nvPr/>
        </p:nvGrpSpPr>
        <p:grpSpPr>
          <a:xfrm>
            <a:off x="-436800" y="-1299500"/>
            <a:ext cx="9687113" cy="7515187"/>
            <a:chOff x="-436800" y="-1299500"/>
            <a:chExt cx="9687113" cy="7515187"/>
          </a:xfrm>
        </p:grpSpPr>
        <p:pic>
          <p:nvPicPr>
            <p:cNvPr id="100" name="Google Shape;100;p9"/>
            <p:cNvPicPr preferRelativeResize="0"/>
            <p:nvPr/>
          </p:nvPicPr>
          <p:blipFill>
            <a:blip r:embed="rId3">
              <a:alphaModFix/>
            </a:blip>
            <a:stretch>
              <a:fillRect/>
            </a:stretch>
          </p:blipFill>
          <p:spPr>
            <a:xfrm rot="-5400000" flipH="1">
              <a:off x="-1022475" y="-713825"/>
              <a:ext cx="2904851" cy="1733500"/>
            </a:xfrm>
            <a:prstGeom prst="rect">
              <a:avLst/>
            </a:prstGeom>
            <a:noFill/>
            <a:ln>
              <a:noFill/>
            </a:ln>
          </p:spPr>
        </p:pic>
        <p:grpSp>
          <p:nvGrpSpPr>
            <p:cNvPr id="101" name="Google Shape;101;p9"/>
            <p:cNvGrpSpPr/>
            <p:nvPr/>
          </p:nvGrpSpPr>
          <p:grpSpPr>
            <a:xfrm>
              <a:off x="7954516" y="-983600"/>
              <a:ext cx="1295797" cy="1644600"/>
              <a:chOff x="7954516" y="-983600"/>
              <a:chExt cx="1295797" cy="1644600"/>
            </a:xfrm>
          </p:grpSpPr>
          <p:pic>
            <p:nvPicPr>
              <p:cNvPr id="102" name="Google Shape;102;p9"/>
              <p:cNvPicPr preferRelativeResize="0"/>
              <p:nvPr/>
            </p:nvPicPr>
            <p:blipFill>
              <a:blip r:embed="rId4">
                <a:alphaModFix/>
              </a:blip>
              <a:stretch>
                <a:fillRect/>
              </a:stretch>
            </p:blipFill>
            <p:spPr>
              <a:xfrm flipH="1">
                <a:off x="7954516" y="-983600"/>
                <a:ext cx="1295797" cy="1440000"/>
              </a:xfrm>
              <a:prstGeom prst="rect">
                <a:avLst/>
              </a:prstGeom>
              <a:noFill/>
              <a:ln>
                <a:noFill/>
              </a:ln>
            </p:spPr>
          </p:pic>
          <p:sp>
            <p:nvSpPr>
              <p:cNvPr id="103" name="Google Shape;103;p9"/>
              <p:cNvSpPr txBox="1"/>
              <p:nvPr/>
            </p:nvSpPr>
            <p:spPr>
              <a:xfrm>
                <a:off x="8483725" y="21460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104" name="Google Shape;104;p9"/>
            <p:cNvPicPr preferRelativeResize="0"/>
            <p:nvPr/>
          </p:nvPicPr>
          <p:blipFill>
            <a:blip r:embed="rId5">
              <a:alphaModFix/>
            </a:blip>
            <a:stretch>
              <a:fillRect/>
            </a:stretch>
          </p:blipFill>
          <p:spPr>
            <a:xfrm rot="10800000" flipH="1">
              <a:off x="7502362" y="4213923"/>
              <a:ext cx="1611176" cy="2001764"/>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5"/>
        <p:cNvGrpSpPr/>
        <p:nvPr/>
      </p:nvGrpSpPr>
      <p:grpSpPr>
        <a:xfrm>
          <a:off x="0" y="0"/>
          <a:ext cx="0" cy="0"/>
          <a:chOff x="0" y="0"/>
          <a:chExt cx="0" cy="0"/>
        </a:xfrm>
      </p:grpSpPr>
      <p:sp>
        <p:nvSpPr>
          <p:cNvPr id="106" name="Google Shape;106;p10"/>
          <p:cNvSpPr>
            <a:spLocks noGrp="1"/>
          </p:cNvSpPr>
          <p:nvPr>
            <p:ph type="pic" idx="2"/>
          </p:nvPr>
        </p:nvSpPr>
        <p:spPr>
          <a:xfrm>
            <a:off x="0" y="0"/>
            <a:ext cx="9144000" cy="5143500"/>
          </a:xfrm>
          <a:prstGeom prst="rect">
            <a:avLst/>
          </a:prstGeom>
          <a:noFill/>
          <a:ln>
            <a:noFill/>
          </a:ln>
        </p:spPr>
      </p:sp>
      <p:sp>
        <p:nvSpPr>
          <p:cNvPr id="107" name="Google Shape;107;p10"/>
          <p:cNvSpPr txBox="1">
            <a:spLocks noGrp="1"/>
          </p:cNvSpPr>
          <p:nvPr>
            <p:ph type="title"/>
          </p:nvPr>
        </p:nvSpPr>
        <p:spPr>
          <a:xfrm>
            <a:off x="1138575" y="3918275"/>
            <a:ext cx="6867000" cy="6903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8"/>
        <p:cNvGrpSpPr/>
        <p:nvPr/>
      </p:nvGrpSpPr>
      <p:grpSpPr>
        <a:xfrm>
          <a:off x="0" y="0"/>
          <a:ext cx="0" cy="0"/>
          <a:chOff x="0" y="0"/>
          <a:chExt cx="0" cy="0"/>
        </a:xfrm>
      </p:grpSpPr>
      <p:pic>
        <p:nvPicPr>
          <p:cNvPr id="109" name="Google Shape;109;p11"/>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10" name="Google Shape;110;p11"/>
          <p:cNvSpPr txBox="1">
            <a:spLocks noGrp="1"/>
          </p:cNvSpPr>
          <p:nvPr>
            <p:ph type="title" hasCustomPrompt="1"/>
          </p:nvPr>
        </p:nvSpPr>
        <p:spPr>
          <a:xfrm>
            <a:off x="1989175" y="1468600"/>
            <a:ext cx="5165700" cy="12339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a:spLocks noGrp="1"/>
          </p:cNvSpPr>
          <p:nvPr>
            <p:ph type="subTitle" idx="1"/>
          </p:nvPr>
        </p:nvSpPr>
        <p:spPr>
          <a:xfrm>
            <a:off x="1989175" y="2964950"/>
            <a:ext cx="5165700" cy="46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12" name="Google Shape;112;p11"/>
          <p:cNvGrpSpPr/>
          <p:nvPr/>
        </p:nvGrpSpPr>
        <p:grpSpPr>
          <a:xfrm>
            <a:off x="-2431156" y="-1854598"/>
            <a:ext cx="11999207" cy="8120423"/>
            <a:chOff x="-2431156" y="-1854598"/>
            <a:chExt cx="11999207" cy="8120423"/>
          </a:xfrm>
        </p:grpSpPr>
        <p:pic>
          <p:nvPicPr>
            <p:cNvPr id="113" name="Google Shape;113;p11"/>
            <p:cNvPicPr preferRelativeResize="0"/>
            <p:nvPr/>
          </p:nvPicPr>
          <p:blipFill>
            <a:blip r:embed="rId3">
              <a:alphaModFix/>
            </a:blip>
            <a:stretch>
              <a:fillRect/>
            </a:stretch>
          </p:blipFill>
          <p:spPr>
            <a:xfrm rot="-5400000">
              <a:off x="7248875" y="3946650"/>
              <a:ext cx="2904851" cy="1733500"/>
            </a:xfrm>
            <a:prstGeom prst="rect">
              <a:avLst/>
            </a:prstGeom>
            <a:noFill/>
            <a:ln>
              <a:noFill/>
            </a:ln>
          </p:spPr>
        </p:pic>
        <p:pic>
          <p:nvPicPr>
            <p:cNvPr id="114" name="Google Shape;114;p11"/>
            <p:cNvPicPr preferRelativeResize="0"/>
            <p:nvPr/>
          </p:nvPicPr>
          <p:blipFill>
            <a:blip r:embed="rId4">
              <a:alphaModFix/>
            </a:blip>
            <a:stretch>
              <a:fillRect/>
            </a:stretch>
          </p:blipFill>
          <p:spPr>
            <a:xfrm flipH="1">
              <a:off x="344262" y="-835651"/>
              <a:ext cx="1611175" cy="2001762"/>
            </a:xfrm>
            <a:prstGeom prst="rect">
              <a:avLst/>
            </a:prstGeom>
            <a:noFill/>
            <a:ln>
              <a:noFill/>
            </a:ln>
          </p:spPr>
        </p:pic>
        <p:pic>
          <p:nvPicPr>
            <p:cNvPr id="115" name="Google Shape;115;p11"/>
            <p:cNvPicPr preferRelativeResize="0"/>
            <p:nvPr/>
          </p:nvPicPr>
          <p:blipFill>
            <a:blip r:embed="rId5">
              <a:alphaModFix/>
            </a:blip>
            <a:stretch>
              <a:fillRect/>
            </a:stretch>
          </p:blipFill>
          <p:spPr>
            <a:xfrm rot="1325099">
              <a:off x="388381" y="3829268"/>
              <a:ext cx="653433" cy="956350"/>
            </a:xfrm>
            <a:prstGeom prst="rect">
              <a:avLst/>
            </a:prstGeom>
            <a:noFill/>
            <a:ln>
              <a:noFill/>
            </a:ln>
          </p:spPr>
        </p:pic>
        <p:pic>
          <p:nvPicPr>
            <p:cNvPr id="116" name="Google Shape;116;p11"/>
            <p:cNvPicPr preferRelativeResize="0"/>
            <p:nvPr/>
          </p:nvPicPr>
          <p:blipFill>
            <a:blip r:embed="rId6">
              <a:alphaModFix/>
            </a:blip>
            <a:stretch>
              <a:fillRect/>
            </a:stretch>
          </p:blipFill>
          <p:spPr>
            <a:xfrm>
              <a:off x="8428900" y="1457488"/>
              <a:ext cx="177925" cy="867325"/>
            </a:xfrm>
            <a:prstGeom prst="rect">
              <a:avLst/>
            </a:prstGeom>
            <a:noFill/>
            <a:ln>
              <a:noFill/>
            </a:ln>
          </p:spPr>
        </p:pic>
        <p:pic>
          <p:nvPicPr>
            <p:cNvPr id="117" name="Google Shape;117;p11"/>
            <p:cNvPicPr preferRelativeResize="0"/>
            <p:nvPr/>
          </p:nvPicPr>
          <p:blipFill>
            <a:blip r:embed="rId7">
              <a:alphaModFix/>
            </a:blip>
            <a:stretch>
              <a:fillRect/>
            </a:stretch>
          </p:blipFill>
          <p:spPr>
            <a:xfrm rot="7537679">
              <a:off x="-2049824" y="1585452"/>
              <a:ext cx="2604351" cy="2275947"/>
            </a:xfrm>
            <a:prstGeom prst="rect">
              <a:avLst/>
            </a:prstGeom>
            <a:noFill/>
            <a:ln>
              <a:noFill/>
            </a:ln>
          </p:spPr>
        </p:pic>
        <p:pic>
          <p:nvPicPr>
            <p:cNvPr id="118" name="Google Shape;118;p11"/>
            <p:cNvPicPr preferRelativeResize="0"/>
            <p:nvPr/>
          </p:nvPicPr>
          <p:blipFill>
            <a:blip r:embed="rId7">
              <a:alphaModFix/>
            </a:blip>
            <a:stretch>
              <a:fillRect/>
            </a:stretch>
          </p:blipFill>
          <p:spPr>
            <a:xfrm rot="10800000">
              <a:off x="6072751" y="-1854598"/>
              <a:ext cx="2604351" cy="2275947"/>
            </a:xfrm>
            <a:prstGeom prst="rect">
              <a:avLst/>
            </a:prstGeom>
            <a:noFill/>
            <a:ln>
              <a:noFill/>
            </a:ln>
          </p:spPr>
        </p:pic>
        <p:grpSp>
          <p:nvGrpSpPr>
            <p:cNvPr id="119" name="Google Shape;119;p11"/>
            <p:cNvGrpSpPr/>
            <p:nvPr/>
          </p:nvGrpSpPr>
          <p:grpSpPr>
            <a:xfrm>
              <a:off x="7413076" y="-437912"/>
              <a:ext cx="1515724" cy="1440024"/>
              <a:chOff x="7413076" y="-437912"/>
              <a:chExt cx="1515724" cy="1440024"/>
            </a:xfrm>
          </p:grpSpPr>
          <p:pic>
            <p:nvPicPr>
              <p:cNvPr id="120" name="Google Shape;120;p11"/>
              <p:cNvPicPr preferRelativeResize="0"/>
              <p:nvPr/>
            </p:nvPicPr>
            <p:blipFill>
              <a:blip r:embed="rId8">
                <a:alphaModFix/>
              </a:blip>
              <a:stretch>
                <a:fillRect/>
              </a:stretch>
            </p:blipFill>
            <p:spPr>
              <a:xfrm>
                <a:off x="7413076" y="-437912"/>
                <a:ext cx="1186835" cy="1440024"/>
              </a:xfrm>
              <a:prstGeom prst="rect">
                <a:avLst/>
              </a:prstGeom>
              <a:noFill/>
              <a:ln>
                <a:noFill/>
              </a:ln>
            </p:spPr>
          </p:pic>
          <p:sp>
            <p:nvSpPr>
              <p:cNvPr id="121" name="Google Shape;121;p11"/>
              <p:cNvSpPr txBox="1"/>
              <p:nvPr/>
            </p:nvSpPr>
            <p:spPr>
              <a:xfrm>
                <a:off x="8529800" y="377625"/>
                <a:ext cx="3990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chemeClr val="dk1"/>
                    </a:solidFill>
                    <a:latin typeface="Sora"/>
                    <a:ea typeface="Sora"/>
                    <a:cs typeface="Sora"/>
                    <a:sym typeface="Sora"/>
                  </a:rPr>
                  <a:t>+</a:t>
                </a:r>
                <a:endParaRPr sz="900"/>
              </a:p>
            </p:txBody>
          </p:sp>
        </p:grpSp>
        <p:grpSp>
          <p:nvGrpSpPr>
            <p:cNvPr id="122" name="Google Shape;122;p11"/>
            <p:cNvGrpSpPr/>
            <p:nvPr/>
          </p:nvGrpSpPr>
          <p:grpSpPr>
            <a:xfrm>
              <a:off x="1661691" y="4472750"/>
              <a:ext cx="1295797" cy="1575750"/>
              <a:chOff x="1661691" y="4472750"/>
              <a:chExt cx="1295797" cy="1575750"/>
            </a:xfrm>
          </p:grpSpPr>
          <p:pic>
            <p:nvPicPr>
              <p:cNvPr id="123" name="Google Shape;123;p11"/>
              <p:cNvPicPr preferRelativeResize="0"/>
              <p:nvPr/>
            </p:nvPicPr>
            <p:blipFill>
              <a:blip r:embed="rId9">
                <a:alphaModFix/>
              </a:blip>
              <a:stretch>
                <a:fillRect/>
              </a:stretch>
            </p:blipFill>
            <p:spPr>
              <a:xfrm flipH="1">
                <a:off x="1661691" y="4608500"/>
                <a:ext cx="1295797" cy="1440000"/>
              </a:xfrm>
              <a:prstGeom prst="rect">
                <a:avLst/>
              </a:prstGeom>
              <a:noFill/>
              <a:ln>
                <a:noFill/>
              </a:ln>
            </p:spPr>
          </p:pic>
          <p:sp>
            <p:nvSpPr>
              <p:cNvPr id="124" name="Google Shape;124;p11"/>
              <p:cNvSpPr txBox="1"/>
              <p:nvPr/>
            </p:nvSpPr>
            <p:spPr>
              <a:xfrm>
                <a:off x="1976575" y="447275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26"/>
        <p:cNvGrpSpPr/>
        <p:nvPr/>
      </p:nvGrpSpPr>
      <p:grpSpPr>
        <a:xfrm>
          <a:off x="0" y="0"/>
          <a:ext cx="0" cy="0"/>
          <a:chOff x="0" y="0"/>
          <a:chExt cx="0" cy="0"/>
        </a:xfrm>
      </p:grpSpPr>
      <p:pic>
        <p:nvPicPr>
          <p:cNvPr id="127" name="Google Shape;127;p13"/>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28" name="Google Shape;12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9" name="Google Shape;129;p13"/>
          <p:cNvSpPr txBox="1">
            <a:spLocks noGrp="1"/>
          </p:cNvSpPr>
          <p:nvPr>
            <p:ph type="title" idx="2" hasCustomPrompt="1"/>
          </p:nvPr>
        </p:nvSpPr>
        <p:spPr>
          <a:xfrm>
            <a:off x="1456200" y="1252725"/>
            <a:ext cx="8331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0" name="Google Shape;130;p13"/>
          <p:cNvSpPr txBox="1">
            <a:spLocks noGrp="1"/>
          </p:cNvSpPr>
          <p:nvPr>
            <p:ph type="title" idx="3" hasCustomPrompt="1"/>
          </p:nvPr>
        </p:nvSpPr>
        <p:spPr>
          <a:xfrm>
            <a:off x="1456200" y="2990946"/>
            <a:ext cx="8331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a:spLocks noGrp="1"/>
          </p:cNvSpPr>
          <p:nvPr>
            <p:ph type="title" idx="4" hasCustomPrompt="1"/>
          </p:nvPr>
        </p:nvSpPr>
        <p:spPr>
          <a:xfrm>
            <a:off x="4155475" y="1252725"/>
            <a:ext cx="8331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2" name="Google Shape;132;p13"/>
          <p:cNvSpPr txBox="1">
            <a:spLocks noGrp="1"/>
          </p:cNvSpPr>
          <p:nvPr>
            <p:ph type="title" idx="5" hasCustomPrompt="1"/>
          </p:nvPr>
        </p:nvSpPr>
        <p:spPr>
          <a:xfrm>
            <a:off x="4155475" y="2990946"/>
            <a:ext cx="8331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3" name="Google Shape;133;p13"/>
          <p:cNvSpPr txBox="1">
            <a:spLocks noGrp="1"/>
          </p:cNvSpPr>
          <p:nvPr>
            <p:ph type="title" idx="6" hasCustomPrompt="1"/>
          </p:nvPr>
        </p:nvSpPr>
        <p:spPr>
          <a:xfrm>
            <a:off x="6854750" y="1252725"/>
            <a:ext cx="8331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4" name="Google Shape;134;p13"/>
          <p:cNvSpPr txBox="1">
            <a:spLocks noGrp="1"/>
          </p:cNvSpPr>
          <p:nvPr>
            <p:ph type="title" idx="7" hasCustomPrompt="1"/>
          </p:nvPr>
        </p:nvSpPr>
        <p:spPr>
          <a:xfrm>
            <a:off x="6854750" y="2990946"/>
            <a:ext cx="8331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a:spLocks noGrp="1"/>
          </p:cNvSpPr>
          <p:nvPr>
            <p:ph type="subTitle" idx="1"/>
          </p:nvPr>
        </p:nvSpPr>
        <p:spPr>
          <a:xfrm>
            <a:off x="720000" y="1921925"/>
            <a:ext cx="2305500" cy="79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endParaRPr/>
          </a:p>
        </p:txBody>
      </p:sp>
      <p:sp>
        <p:nvSpPr>
          <p:cNvPr id="136" name="Google Shape;136;p13"/>
          <p:cNvSpPr txBox="1">
            <a:spLocks noGrp="1"/>
          </p:cNvSpPr>
          <p:nvPr>
            <p:ph type="subTitle" idx="8"/>
          </p:nvPr>
        </p:nvSpPr>
        <p:spPr>
          <a:xfrm>
            <a:off x="3419275" y="1921925"/>
            <a:ext cx="2305500" cy="79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endParaRPr/>
          </a:p>
        </p:txBody>
      </p:sp>
      <p:sp>
        <p:nvSpPr>
          <p:cNvPr id="137" name="Google Shape;137;p13"/>
          <p:cNvSpPr txBox="1">
            <a:spLocks noGrp="1"/>
          </p:cNvSpPr>
          <p:nvPr>
            <p:ph type="subTitle" idx="9"/>
          </p:nvPr>
        </p:nvSpPr>
        <p:spPr>
          <a:xfrm>
            <a:off x="6118550" y="1921925"/>
            <a:ext cx="2305500" cy="79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endParaRPr/>
          </a:p>
        </p:txBody>
      </p:sp>
      <p:sp>
        <p:nvSpPr>
          <p:cNvPr id="138" name="Google Shape;138;p13"/>
          <p:cNvSpPr txBox="1">
            <a:spLocks noGrp="1"/>
          </p:cNvSpPr>
          <p:nvPr>
            <p:ph type="subTitle" idx="13"/>
          </p:nvPr>
        </p:nvSpPr>
        <p:spPr>
          <a:xfrm>
            <a:off x="720000" y="3660200"/>
            <a:ext cx="2305500" cy="79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endParaRPr/>
          </a:p>
        </p:txBody>
      </p:sp>
      <p:sp>
        <p:nvSpPr>
          <p:cNvPr id="139" name="Google Shape;139;p13"/>
          <p:cNvSpPr txBox="1">
            <a:spLocks noGrp="1"/>
          </p:cNvSpPr>
          <p:nvPr>
            <p:ph type="subTitle" idx="14"/>
          </p:nvPr>
        </p:nvSpPr>
        <p:spPr>
          <a:xfrm>
            <a:off x="3419275" y="3660200"/>
            <a:ext cx="2305500" cy="79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endParaRPr/>
          </a:p>
        </p:txBody>
      </p:sp>
      <p:sp>
        <p:nvSpPr>
          <p:cNvPr id="140" name="Google Shape;140;p13"/>
          <p:cNvSpPr txBox="1">
            <a:spLocks noGrp="1"/>
          </p:cNvSpPr>
          <p:nvPr>
            <p:ph type="subTitle" idx="15"/>
          </p:nvPr>
        </p:nvSpPr>
        <p:spPr>
          <a:xfrm>
            <a:off x="6118550" y="3660200"/>
            <a:ext cx="2305500" cy="79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endParaRPr/>
          </a:p>
        </p:txBody>
      </p:sp>
      <p:grpSp>
        <p:nvGrpSpPr>
          <p:cNvPr id="141" name="Google Shape;141;p13"/>
          <p:cNvGrpSpPr/>
          <p:nvPr/>
        </p:nvGrpSpPr>
        <p:grpSpPr>
          <a:xfrm>
            <a:off x="-277300" y="-1140000"/>
            <a:ext cx="9421288" cy="7165612"/>
            <a:chOff x="-277300" y="-1140000"/>
            <a:chExt cx="9421288" cy="7165612"/>
          </a:xfrm>
        </p:grpSpPr>
        <p:pic>
          <p:nvPicPr>
            <p:cNvPr id="142" name="Google Shape;142;p13"/>
            <p:cNvPicPr preferRelativeResize="0"/>
            <p:nvPr/>
          </p:nvPicPr>
          <p:blipFill>
            <a:blip r:embed="rId3">
              <a:alphaModFix/>
            </a:blip>
            <a:stretch>
              <a:fillRect/>
            </a:stretch>
          </p:blipFill>
          <p:spPr>
            <a:xfrm rot="10800000" flipH="1">
              <a:off x="7420537" y="4023848"/>
              <a:ext cx="1611176" cy="2001764"/>
            </a:xfrm>
            <a:prstGeom prst="rect">
              <a:avLst/>
            </a:prstGeom>
            <a:noFill/>
            <a:ln>
              <a:noFill/>
            </a:ln>
          </p:spPr>
        </p:pic>
        <p:pic>
          <p:nvPicPr>
            <p:cNvPr id="143" name="Google Shape;143;p13"/>
            <p:cNvPicPr preferRelativeResize="0"/>
            <p:nvPr/>
          </p:nvPicPr>
          <p:blipFill>
            <a:blip r:embed="rId4">
              <a:alphaModFix/>
            </a:blip>
            <a:stretch>
              <a:fillRect/>
            </a:stretch>
          </p:blipFill>
          <p:spPr>
            <a:xfrm rot="-5400000" flipH="1">
              <a:off x="-862975" y="-554325"/>
              <a:ext cx="2904851" cy="1733500"/>
            </a:xfrm>
            <a:prstGeom prst="rect">
              <a:avLst/>
            </a:prstGeom>
            <a:noFill/>
            <a:ln>
              <a:noFill/>
            </a:ln>
          </p:spPr>
        </p:pic>
        <p:grpSp>
          <p:nvGrpSpPr>
            <p:cNvPr id="144" name="Google Shape;144;p13"/>
            <p:cNvGrpSpPr/>
            <p:nvPr/>
          </p:nvGrpSpPr>
          <p:grpSpPr>
            <a:xfrm>
              <a:off x="7848191" y="-744375"/>
              <a:ext cx="1295797" cy="1644600"/>
              <a:chOff x="7848191" y="-744375"/>
              <a:chExt cx="1295797" cy="1644600"/>
            </a:xfrm>
          </p:grpSpPr>
          <p:pic>
            <p:nvPicPr>
              <p:cNvPr id="145" name="Google Shape;145;p13"/>
              <p:cNvPicPr preferRelativeResize="0"/>
              <p:nvPr/>
            </p:nvPicPr>
            <p:blipFill>
              <a:blip r:embed="rId5">
                <a:alphaModFix/>
              </a:blip>
              <a:stretch>
                <a:fillRect/>
              </a:stretch>
            </p:blipFill>
            <p:spPr>
              <a:xfrm flipH="1">
                <a:off x="7848191" y="-744375"/>
                <a:ext cx="1295797" cy="1440000"/>
              </a:xfrm>
              <a:prstGeom prst="rect">
                <a:avLst/>
              </a:prstGeom>
              <a:noFill/>
              <a:ln>
                <a:noFill/>
              </a:ln>
            </p:spPr>
          </p:pic>
          <p:sp>
            <p:nvSpPr>
              <p:cNvPr id="146" name="Google Shape;146;p13"/>
              <p:cNvSpPr txBox="1"/>
              <p:nvPr/>
            </p:nvSpPr>
            <p:spPr>
              <a:xfrm>
                <a:off x="8377400" y="453825"/>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49" name="Google Shape;149;p14"/>
          <p:cNvSpPr txBox="1">
            <a:spLocks noGrp="1"/>
          </p:cNvSpPr>
          <p:nvPr>
            <p:ph type="subTitle" idx="1"/>
          </p:nvPr>
        </p:nvSpPr>
        <p:spPr>
          <a:xfrm>
            <a:off x="4474350" y="2344425"/>
            <a:ext cx="3765000" cy="151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AutoNum type="arabicPeriod"/>
              <a:defRPr/>
            </a:lvl1pPr>
            <a:lvl2pPr lvl="1" rtl="0">
              <a:lnSpc>
                <a:spcPct val="100000"/>
              </a:lnSpc>
              <a:spcBef>
                <a:spcPts val="0"/>
              </a:spcBef>
              <a:spcAft>
                <a:spcPts val="0"/>
              </a:spcAft>
              <a:buSzPts val="1600"/>
              <a:buAutoNum type="alphaLcPeriod"/>
              <a:defRPr sz="1600"/>
            </a:lvl2pPr>
            <a:lvl3pPr lvl="2" rtl="0">
              <a:lnSpc>
                <a:spcPct val="100000"/>
              </a:lnSpc>
              <a:spcBef>
                <a:spcPts val="0"/>
              </a:spcBef>
              <a:spcAft>
                <a:spcPts val="0"/>
              </a:spcAft>
              <a:buSzPts val="1600"/>
              <a:buAutoNum type="romanLcPeriod"/>
              <a:defRPr sz="1600"/>
            </a:lvl3pPr>
            <a:lvl4pPr lvl="3" rtl="0">
              <a:lnSpc>
                <a:spcPct val="100000"/>
              </a:lnSpc>
              <a:spcBef>
                <a:spcPts val="0"/>
              </a:spcBef>
              <a:spcAft>
                <a:spcPts val="0"/>
              </a:spcAft>
              <a:buSzPts val="1600"/>
              <a:buAutoNum type="arabicPeriod"/>
              <a:defRPr sz="1600"/>
            </a:lvl4pPr>
            <a:lvl5pPr lvl="4" rtl="0">
              <a:lnSpc>
                <a:spcPct val="100000"/>
              </a:lnSpc>
              <a:spcBef>
                <a:spcPts val="0"/>
              </a:spcBef>
              <a:spcAft>
                <a:spcPts val="0"/>
              </a:spcAft>
              <a:buSzPts val="1600"/>
              <a:buAutoNum type="alphaLcPeriod"/>
              <a:defRPr sz="1600"/>
            </a:lvl5pPr>
            <a:lvl6pPr lvl="5" rtl="0">
              <a:lnSpc>
                <a:spcPct val="100000"/>
              </a:lnSpc>
              <a:spcBef>
                <a:spcPts val="0"/>
              </a:spcBef>
              <a:spcAft>
                <a:spcPts val="0"/>
              </a:spcAft>
              <a:buSzPts val="1600"/>
              <a:buAutoNum type="romanLcPeriod"/>
              <a:defRPr sz="1600"/>
            </a:lvl6pPr>
            <a:lvl7pPr lvl="6" rtl="0">
              <a:lnSpc>
                <a:spcPct val="100000"/>
              </a:lnSpc>
              <a:spcBef>
                <a:spcPts val="0"/>
              </a:spcBef>
              <a:spcAft>
                <a:spcPts val="0"/>
              </a:spcAft>
              <a:buSzPts val="1600"/>
              <a:buAutoNum type="arabicPeriod"/>
              <a:defRPr sz="1600"/>
            </a:lvl7pPr>
            <a:lvl8pPr lvl="7" rtl="0">
              <a:lnSpc>
                <a:spcPct val="100000"/>
              </a:lnSpc>
              <a:spcBef>
                <a:spcPts val="0"/>
              </a:spcBef>
              <a:spcAft>
                <a:spcPts val="0"/>
              </a:spcAft>
              <a:buSzPts val="1600"/>
              <a:buAutoNum type="alphaLcPeriod"/>
              <a:defRPr sz="1600"/>
            </a:lvl8pPr>
            <a:lvl9pPr lvl="8" rtl="0">
              <a:lnSpc>
                <a:spcPct val="100000"/>
              </a:lnSpc>
              <a:spcBef>
                <a:spcPts val="0"/>
              </a:spcBef>
              <a:spcAft>
                <a:spcPts val="0"/>
              </a:spcAft>
              <a:buSzPts val="1600"/>
              <a:buAutoNum type="romanLcPeriod"/>
              <a:defRPr sz="1600"/>
            </a:lvl9pPr>
          </a:lstStyle>
          <a:p>
            <a:endParaRPr/>
          </a:p>
        </p:txBody>
      </p:sp>
      <p:sp>
        <p:nvSpPr>
          <p:cNvPr id="150" name="Google Shape;150;p14"/>
          <p:cNvSpPr txBox="1">
            <a:spLocks noGrp="1"/>
          </p:cNvSpPr>
          <p:nvPr>
            <p:ph type="title"/>
          </p:nvPr>
        </p:nvSpPr>
        <p:spPr>
          <a:xfrm>
            <a:off x="4474350" y="1202175"/>
            <a:ext cx="3765000" cy="1090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a:endParaRPr/>
          </a:p>
        </p:txBody>
      </p:sp>
      <p:grpSp>
        <p:nvGrpSpPr>
          <p:cNvPr id="151" name="Google Shape;151;p14"/>
          <p:cNvGrpSpPr/>
          <p:nvPr/>
        </p:nvGrpSpPr>
        <p:grpSpPr>
          <a:xfrm>
            <a:off x="-746025" y="-1534750"/>
            <a:ext cx="10810825" cy="7379975"/>
            <a:chOff x="-746025" y="-1534750"/>
            <a:chExt cx="10810825" cy="7379975"/>
          </a:xfrm>
        </p:grpSpPr>
        <p:pic>
          <p:nvPicPr>
            <p:cNvPr id="152" name="Google Shape;152;p14"/>
            <p:cNvPicPr preferRelativeResize="0"/>
            <p:nvPr/>
          </p:nvPicPr>
          <p:blipFill>
            <a:blip r:embed="rId3">
              <a:alphaModFix/>
            </a:blip>
            <a:stretch>
              <a:fillRect/>
            </a:stretch>
          </p:blipFill>
          <p:spPr>
            <a:xfrm rot="5400000" flipH="1">
              <a:off x="-891925" y="-1388850"/>
              <a:ext cx="2314050" cy="2022250"/>
            </a:xfrm>
            <a:prstGeom prst="rect">
              <a:avLst/>
            </a:prstGeom>
            <a:noFill/>
            <a:ln>
              <a:noFill/>
            </a:ln>
          </p:spPr>
        </p:pic>
        <p:pic>
          <p:nvPicPr>
            <p:cNvPr id="153" name="Google Shape;153;p14"/>
            <p:cNvPicPr preferRelativeResize="0"/>
            <p:nvPr/>
          </p:nvPicPr>
          <p:blipFill>
            <a:blip r:embed="rId4">
              <a:alphaModFix/>
            </a:blip>
            <a:stretch>
              <a:fillRect/>
            </a:stretch>
          </p:blipFill>
          <p:spPr>
            <a:xfrm flipH="1">
              <a:off x="7896475" y="84475"/>
              <a:ext cx="819150" cy="723900"/>
            </a:xfrm>
            <a:prstGeom prst="rect">
              <a:avLst/>
            </a:prstGeom>
            <a:noFill/>
            <a:ln>
              <a:noFill/>
            </a:ln>
          </p:spPr>
        </p:pic>
        <p:pic>
          <p:nvPicPr>
            <p:cNvPr id="154" name="Google Shape;154;p14"/>
            <p:cNvPicPr preferRelativeResize="0"/>
            <p:nvPr/>
          </p:nvPicPr>
          <p:blipFill>
            <a:blip r:embed="rId3">
              <a:alphaModFix/>
            </a:blip>
            <a:stretch>
              <a:fillRect/>
            </a:stretch>
          </p:blipFill>
          <p:spPr>
            <a:xfrm rot="10800000" flipH="1">
              <a:off x="7750750" y="3822975"/>
              <a:ext cx="2314050" cy="202225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155"/>
        <p:cNvGrpSpPr/>
        <p:nvPr/>
      </p:nvGrpSpPr>
      <p:grpSpPr>
        <a:xfrm>
          <a:off x="0" y="0"/>
          <a:ext cx="0" cy="0"/>
          <a:chOff x="0" y="0"/>
          <a:chExt cx="0" cy="0"/>
        </a:xfrm>
      </p:grpSpPr>
      <p:pic>
        <p:nvPicPr>
          <p:cNvPr id="156" name="Google Shape;156;p15"/>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57" name="Google Shape;157;p15"/>
          <p:cNvSpPr txBox="1">
            <a:spLocks noGrp="1"/>
          </p:cNvSpPr>
          <p:nvPr>
            <p:ph type="subTitle" idx="1"/>
          </p:nvPr>
        </p:nvSpPr>
        <p:spPr>
          <a:xfrm>
            <a:off x="5759475" y="3946400"/>
            <a:ext cx="2651400" cy="662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58" name="Google Shape;158;p15"/>
          <p:cNvSpPr txBox="1">
            <a:spLocks noGrp="1"/>
          </p:cNvSpPr>
          <p:nvPr>
            <p:ph type="title"/>
          </p:nvPr>
        </p:nvSpPr>
        <p:spPr>
          <a:xfrm>
            <a:off x="5759475" y="2468900"/>
            <a:ext cx="2651400" cy="141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a:endParaRPr/>
          </a:p>
        </p:txBody>
      </p:sp>
      <p:sp>
        <p:nvSpPr>
          <p:cNvPr id="159" name="Google Shape;159;p15"/>
          <p:cNvSpPr>
            <a:spLocks noGrp="1"/>
          </p:cNvSpPr>
          <p:nvPr>
            <p:ph type="pic" idx="2"/>
          </p:nvPr>
        </p:nvSpPr>
        <p:spPr>
          <a:xfrm>
            <a:off x="715100" y="535000"/>
            <a:ext cx="2836800" cy="4073400"/>
          </a:xfrm>
          <a:prstGeom prst="rect">
            <a:avLst/>
          </a:prstGeom>
          <a:noFill/>
          <a:ln>
            <a:noFill/>
          </a:ln>
        </p:spPr>
      </p:sp>
      <p:sp>
        <p:nvSpPr>
          <p:cNvPr id="160" name="Google Shape;160;p15"/>
          <p:cNvSpPr>
            <a:spLocks noGrp="1"/>
          </p:cNvSpPr>
          <p:nvPr>
            <p:ph type="pic" idx="3"/>
          </p:nvPr>
        </p:nvSpPr>
        <p:spPr>
          <a:xfrm>
            <a:off x="3690375" y="535000"/>
            <a:ext cx="4738500" cy="1638600"/>
          </a:xfrm>
          <a:prstGeom prst="rect">
            <a:avLst/>
          </a:prstGeom>
          <a:noFill/>
          <a:ln>
            <a:noFill/>
          </a:ln>
        </p:spPr>
      </p:sp>
      <p:sp>
        <p:nvSpPr>
          <p:cNvPr id="161" name="Google Shape;161;p15"/>
          <p:cNvSpPr>
            <a:spLocks noGrp="1"/>
          </p:cNvSpPr>
          <p:nvPr>
            <p:ph type="pic" idx="4"/>
          </p:nvPr>
        </p:nvSpPr>
        <p:spPr>
          <a:xfrm>
            <a:off x="3690375" y="2336000"/>
            <a:ext cx="1749900" cy="2272500"/>
          </a:xfrm>
          <a:prstGeom prst="rect">
            <a:avLst/>
          </a:prstGeom>
          <a:noFill/>
          <a:ln>
            <a:noFill/>
          </a:ln>
        </p:spPr>
      </p:sp>
      <p:grpSp>
        <p:nvGrpSpPr>
          <p:cNvPr id="162" name="Google Shape;162;p15"/>
          <p:cNvGrpSpPr/>
          <p:nvPr/>
        </p:nvGrpSpPr>
        <p:grpSpPr>
          <a:xfrm>
            <a:off x="-746025" y="-1776949"/>
            <a:ext cx="11284275" cy="8419173"/>
            <a:chOff x="-746025" y="-1776949"/>
            <a:chExt cx="11284275" cy="8419173"/>
          </a:xfrm>
        </p:grpSpPr>
        <p:pic>
          <p:nvPicPr>
            <p:cNvPr id="163" name="Google Shape;163;p15"/>
            <p:cNvPicPr preferRelativeResize="0"/>
            <p:nvPr/>
          </p:nvPicPr>
          <p:blipFill>
            <a:blip r:embed="rId3">
              <a:alphaModFix/>
            </a:blip>
            <a:stretch>
              <a:fillRect/>
            </a:stretch>
          </p:blipFill>
          <p:spPr>
            <a:xfrm>
              <a:off x="-331475" y="-249400"/>
              <a:ext cx="922393" cy="784400"/>
            </a:xfrm>
            <a:prstGeom prst="rect">
              <a:avLst/>
            </a:prstGeom>
            <a:noFill/>
            <a:ln>
              <a:noFill/>
            </a:ln>
          </p:spPr>
        </p:pic>
        <p:pic>
          <p:nvPicPr>
            <p:cNvPr id="164" name="Google Shape;164;p15"/>
            <p:cNvPicPr preferRelativeResize="0"/>
            <p:nvPr/>
          </p:nvPicPr>
          <p:blipFill>
            <a:blip r:embed="rId4">
              <a:alphaModFix/>
            </a:blip>
            <a:stretch>
              <a:fillRect/>
            </a:stretch>
          </p:blipFill>
          <p:spPr>
            <a:xfrm>
              <a:off x="8680625" y="348736"/>
              <a:ext cx="1713300" cy="372539"/>
            </a:xfrm>
            <a:prstGeom prst="rect">
              <a:avLst/>
            </a:prstGeom>
            <a:noFill/>
            <a:ln>
              <a:noFill/>
            </a:ln>
          </p:spPr>
        </p:pic>
        <p:pic>
          <p:nvPicPr>
            <p:cNvPr id="165" name="Google Shape;165;p15"/>
            <p:cNvPicPr preferRelativeResize="0"/>
            <p:nvPr/>
          </p:nvPicPr>
          <p:blipFill>
            <a:blip r:embed="rId5">
              <a:alphaModFix/>
            </a:blip>
            <a:stretch>
              <a:fillRect/>
            </a:stretch>
          </p:blipFill>
          <p:spPr>
            <a:xfrm rot="-5400000">
              <a:off x="8098101" y="-1612747"/>
              <a:ext cx="2604351" cy="2275947"/>
            </a:xfrm>
            <a:prstGeom prst="rect">
              <a:avLst/>
            </a:prstGeom>
            <a:noFill/>
            <a:ln>
              <a:noFill/>
            </a:ln>
          </p:spPr>
        </p:pic>
        <p:pic>
          <p:nvPicPr>
            <p:cNvPr id="166" name="Google Shape;166;p15"/>
            <p:cNvPicPr preferRelativeResize="0"/>
            <p:nvPr/>
          </p:nvPicPr>
          <p:blipFill>
            <a:blip r:embed="rId5">
              <a:alphaModFix/>
            </a:blip>
            <a:stretch>
              <a:fillRect/>
            </a:stretch>
          </p:blipFill>
          <p:spPr>
            <a:xfrm rot="5400000">
              <a:off x="-891925" y="4474075"/>
              <a:ext cx="2314050" cy="2022250"/>
            </a:xfrm>
            <a:prstGeom prst="rect">
              <a:avLst/>
            </a:prstGeom>
            <a:noFill/>
            <a:ln>
              <a:noFill/>
            </a:ln>
          </p:spPr>
        </p:pic>
        <p:pic>
          <p:nvPicPr>
            <p:cNvPr id="167" name="Google Shape;167;p15"/>
            <p:cNvPicPr preferRelativeResize="0"/>
            <p:nvPr/>
          </p:nvPicPr>
          <p:blipFill>
            <a:blip r:embed="rId6">
              <a:alphaModFix/>
            </a:blip>
            <a:stretch>
              <a:fillRect/>
            </a:stretch>
          </p:blipFill>
          <p:spPr>
            <a:xfrm>
              <a:off x="8680625" y="4608500"/>
              <a:ext cx="819150" cy="72390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68"/>
        <p:cNvGrpSpPr/>
        <p:nvPr/>
      </p:nvGrpSpPr>
      <p:grpSpPr>
        <a:xfrm>
          <a:off x="0" y="0"/>
          <a:ext cx="0" cy="0"/>
          <a:chOff x="0" y="0"/>
          <a:chExt cx="0" cy="0"/>
        </a:xfrm>
      </p:grpSpPr>
      <p:pic>
        <p:nvPicPr>
          <p:cNvPr id="169" name="Google Shape;169;p16"/>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70" name="Google Shape;170;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1" name="Google Shape;171;p16"/>
          <p:cNvSpPr txBox="1">
            <a:spLocks noGrp="1"/>
          </p:cNvSpPr>
          <p:nvPr>
            <p:ph type="subTitle" idx="1"/>
          </p:nvPr>
        </p:nvSpPr>
        <p:spPr>
          <a:xfrm>
            <a:off x="720050" y="2480925"/>
            <a:ext cx="2490000" cy="491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172" name="Google Shape;172;p16"/>
          <p:cNvSpPr txBox="1">
            <a:spLocks noGrp="1"/>
          </p:cNvSpPr>
          <p:nvPr>
            <p:ph type="subTitle" idx="2"/>
          </p:nvPr>
        </p:nvSpPr>
        <p:spPr>
          <a:xfrm>
            <a:off x="720050" y="2977075"/>
            <a:ext cx="24900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3" name="Google Shape;173;p16"/>
          <p:cNvSpPr txBox="1">
            <a:spLocks noGrp="1"/>
          </p:cNvSpPr>
          <p:nvPr>
            <p:ph type="subTitle" idx="3"/>
          </p:nvPr>
        </p:nvSpPr>
        <p:spPr>
          <a:xfrm>
            <a:off x="3327021" y="2977075"/>
            <a:ext cx="24900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4" name="Google Shape;174;p16"/>
          <p:cNvSpPr txBox="1">
            <a:spLocks noGrp="1"/>
          </p:cNvSpPr>
          <p:nvPr>
            <p:ph type="subTitle" idx="4"/>
          </p:nvPr>
        </p:nvSpPr>
        <p:spPr>
          <a:xfrm>
            <a:off x="5933996" y="2977075"/>
            <a:ext cx="24900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5" name="Google Shape;175;p16"/>
          <p:cNvSpPr txBox="1">
            <a:spLocks noGrp="1"/>
          </p:cNvSpPr>
          <p:nvPr>
            <p:ph type="subTitle" idx="5"/>
          </p:nvPr>
        </p:nvSpPr>
        <p:spPr>
          <a:xfrm>
            <a:off x="3327023" y="2480925"/>
            <a:ext cx="2490000" cy="491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176" name="Google Shape;176;p16"/>
          <p:cNvSpPr txBox="1">
            <a:spLocks noGrp="1"/>
          </p:cNvSpPr>
          <p:nvPr>
            <p:ph type="subTitle" idx="6"/>
          </p:nvPr>
        </p:nvSpPr>
        <p:spPr>
          <a:xfrm>
            <a:off x="5934000" y="2480925"/>
            <a:ext cx="2490000" cy="491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grpSp>
        <p:nvGrpSpPr>
          <p:cNvPr id="177" name="Google Shape;177;p16"/>
          <p:cNvGrpSpPr/>
          <p:nvPr/>
        </p:nvGrpSpPr>
        <p:grpSpPr>
          <a:xfrm>
            <a:off x="-436800" y="-1299500"/>
            <a:ext cx="9687113" cy="7515187"/>
            <a:chOff x="-436800" y="-1299500"/>
            <a:chExt cx="9687113" cy="7515187"/>
          </a:xfrm>
        </p:grpSpPr>
        <p:pic>
          <p:nvPicPr>
            <p:cNvPr id="178" name="Google Shape;178;p16"/>
            <p:cNvPicPr preferRelativeResize="0"/>
            <p:nvPr/>
          </p:nvPicPr>
          <p:blipFill>
            <a:blip r:embed="rId3">
              <a:alphaModFix/>
            </a:blip>
            <a:stretch>
              <a:fillRect/>
            </a:stretch>
          </p:blipFill>
          <p:spPr>
            <a:xfrm rot="-5400000" flipH="1">
              <a:off x="-1022475" y="-713825"/>
              <a:ext cx="2904851" cy="1733500"/>
            </a:xfrm>
            <a:prstGeom prst="rect">
              <a:avLst/>
            </a:prstGeom>
            <a:noFill/>
            <a:ln>
              <a:noFill/>
            </a:ln>
          </p:spPr>
        </p:pic>
        <p:grpSp>
          <p:nvGrpSpPr>
            <p:cNvPr id="179" name="Google Shape;179;p16"/>
            <p:cNvGrpSpPr/>
            <p:nvPr/>
          </p:nvGrpSpPr>
          <p:grpSpPr>
            <a:xfrm>
              <a:off x="7954516" y="-983600"/>
              <a:ext cx="1295797" cy="1644600"/>
              <a:chOff x="7954516" y="-983600"/>
              <a:chExt cx="1295797" cy="1644600"/>
            </a:xfrm>
          </p:grpSpPr>
          <p:pic>
            <p:nvPicPr>
              <p:cNvPr id="180" name="Google Shape;180;p16"/>
              <p:cNvPicPr preferRelativeResize="0"/>
              <p:nvPr/>
            </p:nvPicPr>
            <p:blipFill>
              <a:blip r:embed="rId4">
                <a:alphaModFix/>
              </a:blip>
              <a:stretch>
                <a:fillRect/>
              </a:stretch>
            </p:blipFill>
            <p:spPr>
              <a:xfrm flipH="1">
                <a:off x="7954516" y="-983600"/>
                <a:ext cx="1295797" cy="1440000"/>
              </a:xfrm>
              <a:prstGeom prst="rect">
                <a:avLst/>
              </a:prstGeom>
              <a:noFill/>
              <a:ln>
                <a:noFill/>
              </a:ln>
            </p:spPr>
          </p:pic>
          <p:sp>
            <p:nvSpPr>
              <p:cNvPr id="181" name="Google Shape;181;p16"/>
              <p:cNvSpPr txBox="1"/>
              <p:nvPr/>
            </p:nvSpPr>
            <p:spPr>
              <a:xfrm>
                <a:off x="8483725" y="21460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182" name="Google Shape;182;p16"/>
            <p:cNvPicPr preferRelativeResize="0"/>
            <p:nvPr/>
          </p:nvPicPr>
          <p:blipFill>
            <a:blip r:embed="rId5">
              <a:alphaModFix/>
            </a:blip>
            <a:stretch>
              <a:fillRect/>
            </a:stretch>
          </p:blipFill>
          <p:spPr>
            <a:xfrm rot="10800000" flipH="1">
              <a:off x="7502362" y="4213923"/>
              <a:ext cx="1611176" cy="2001764"/>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183"/>
        <p:cNvGrpSpPr/>
        <p:nvPr/>
      </p:nvGrpSpPr>
      <p:grpSpPr>
        <a:xfrm>
          <a:off x="0" y="0"/>
          <a:ext cx="0" cy="0"/>
          <a:chOff x="0" y="0"/>
          <a:chExt cx="0" cy="0"/>
        </a:xfrm>
      </p:grpSpPr>
      <p:pic>
        <p:nvPicPr>
          <p:cNvPr id="184" name="Google Shape;184;p17"/>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85" name="Google Shape;18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6" name="Google Shape;186;p17"/>
          <p:cNvSpPr txBox="1">
            <a:spLocks noGrp="1"/>
          </p:cNvSpPr>
          <p:nvPr>
            <p:ph type="subTitle" idx="1"/>
          </p:nvPr>
        </p:nvSpPr>
        <p:spPr>
          <a:xfrm>
            <a:off x="1303440" y="1656375"/>
            <a:ext cx="5340900" cy="526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187" name="Google Shape;187;p17"/>
          <p:cNvSpPr txBox="1">
            <a:spLocks noGrp="1"/>
          </p:cNvSpPr>
          <p:nvPr>
            <p:ph type="subTitle" idx="2"/>
          </p:nvPr>
        </p:nvSpPr>
        <p:spPr>
          <a:xfrm>
            <a:off x="1303440" y="2876075"/>
            <a:ext cx="5340900" cy="526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188" name="Google Shape;188;p17"/>
          <p:cNvSpPr txBox="1">
            <a:spLocks noGrp="1"/>
          </p:cNvSpPr>
          <p:nvPr>
            <p:ph type="subTitle" idx="3"/>
          </p:nvPr>
        </p:nvSpPr>
        <p:spPr>
          <a:xfrm>
            <a:off x="1303440" y="4095775"/>
            <a:ext cx="5340900" cy="526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189" name="Google Shape;189;p17"/>
          <p:cNvSpPr txBox="1">
            <a:spLocks noGrp="1"/>
          </p:cNvSpPr>
          <p:nvPr>
            <p:ph type="subTitle" idx="4"/>
          </p:nvPr>
        </p:nvSpPr>
        <p:spPr>
          <a:xfrm>
            <a:off x="1303440" y="1287425"/>
            <a:ext cx="5340900" cy="4587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0" name="Google Shape;190;p17"/>
          <p:cNvSpPr txBox="1">
            <a:spLocks noGrp="1"/>
          </p:cNvSpPr>
          <p:nvPr>
            <p:ph type="subTitle" idx="5"/>
          </p:nvPr>
        </p:nvSpPr>
        <p:spPr>
          <a:xfrm>
            <a:off x="1303438" y="2507125"/>
            <a:ext cx="5340900" cy="4587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1" name="Google Shape;191;p17"/>
          <p:cNvSpPr txBox="1">
            <a:spLocks noGrp="1"/>
          </p:cNvSpPr>
          <p:nvPr>
            <p:ph type="subTitle" idx="6"/>
          </p:nvPr>
        </p:nvSpPr>
        <p:spPr>
          <a:xfrm>
            <a:off x="1303440" y="3726835"/>
            <a:ext cx="5340900" cy="4587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92" name="Google Shape;192;p17"/>
          <p:cNvGrpSpPr/>
          <p:nvPr/>
        </p:nvGrpSpPr>
        <p:grpSpPr>
          <a:xfrm>
            <a:off x="-746025" y="-1534750"/>
            <a:ext cx="11275975" cy="7334075"/>
            <a:chOff x="-746025" y="-1534750"/>
            <a:chExt cx="11275975" cy="7334075"/>
          </a:xfrm>
        </p:grpSpPr>
        <p:pic>
          <p:nvPicPr>
            <p:cNvPr id="193" name="Google Shape;193;p17"/>
            <p:cNvPicPr preferRelativeResize="0"/>
            <p:nvPr/>
          </p:nvPicPr>
          <p:blipFill>
            <a:blip r:embed="rId3">
              <a:alphaModFix/>
            </a:blip>
            <a:stretch>
              <a:fillRect/>
            </a:stretch>
          </p:blipFill>
          <p:spPr>
            <a:xfrm rot="5400000" flipH="1">
              <a:off x="-891925" y="-1388850"/>
              <a:ext cx="2314050" cy="2022250"/>
            </a:xfrm>
            <a:prstGeom prst="rect">
              <a:avLst/>
            </a:prstGeom>
            <a:noFill/>
            <a:ln>
              <a:noFill/>
            </a:ln>
          </p:spPr>
        </p:pic>
        <p:pic>
          <p:nvPicPr>
            <p:cNvPr id="194" name="Google Shape;194;p17"/>
            <p:cNvPicPr preferRelativeResize="0"/>
            <p:nvPr/>
          </p:nvPicPr>
          <p:blipFill>
            <a:blip r:embed="rId4">
              <a:alphaModFix/>
            </a:blip>
            <a:stretch>
              <a:fillRect/>
            </a:stretch>
          </p:blipFill>
          <p:spPr>
            <a:xfrm flipH="1">
              <a:off x="8680625" y="535000"/>
              <a:ext cx="819150" cy="723900"/>
            </a:xfrm>
            <a:prstGeom prst="rect">
              <a:avLst/>
            </a:prstGeom>
            <a:noFill/>
            <a:ln>
              <a:noFill/>
            </a:ln>
          </p:spPr>
        </p:pic>
        <p:pic>
          <p:nvPicPr>
            <p:cNvPr id="195" name="Google Shape;195;p17"/>
            <p:cNvPicPr preferRelativeResize="0"/>
            <p:nvPr/>
          </p:nvPicPr>
          <p:blipFill>
            <a:blip r:embed="rId3">
              <a:alphaModFix/>
            </a:blip>
            <a:stretch>
              <a:fillRect/>
            </a:stretch>
          </p:blipFill>
          <p:spPr>
            <a:xfrm rot="10800000" flipH="1">
              <a:off x="8215900" y="3777075"/>
              <a:ext cx="2314050" cy="2022250"/>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96"/>
        <p:cNvGrpSpPr/>
        <p:nvPr/>
      </p:nvGrpSpPr>
      <p:grpSpPr>
        <a:xfrm>
          <a:off x="0" y="0"/>
          <a:ext cx="0" cy="0"/>
          <a:chOff x="0" y="0"/>
          <a:chExt cx="0" cy="0"/>
        </a:xfrm>
      </p:grpSpPr>
      <p:pic>
        <p:nvPicPr>
          <p:cNvPr id="197" name="Google Shape;197;p18"/>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198" name="Google Shape;19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9" name="Google Shape;199;p18"/>
          <p:cNvSpPr txBox="1">
            <a:spLocks noGrp="1"/>
          </p:cNvSpPr>
          <p:nvPr>
            <p:ph type="subTitle" idx="1"/>
          </p:nvPr>
        </p:nvSpPr>
        <p:spPr>
          <a:xfrm>
            <a:off x="936663" y="1306475"/>
            <a:ext cx="34956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00" name="Google Shape;200;p18"/>
          <p:cNvSpPr txBox="1">
            <a:spLocks noGrp="1"/>
          </p:cNvSpPr>
          <p:nvPr>
            <p:ph type="subTitle" idx="2"/>
          </p:nvPr>
        </p:nvSpPr>
        <p:spPr>
          <a:xfrm>
            <a:off x="936664" y="1832375"/>
            <a:ext cx="34956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18"/>
          <p:cNvSpPr txBox="1">
            <a:spLocks noGrp="1"/>
          </p:cNvSpPr>
          <p:nvPr>
            <p:ph type="subTitle" idx="3"/>
          </p:nvPr>
        </p:nvSpPr>
        <p:spPr>
          <a:xfrm>
            <a:off x="4711734" y="1832375"/>
            <a:ext cx="34956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18"/>
          <p:cNvSpPr txBox="1">
            <a:spLocks noGrp="1"/>
          </p:cNvSpPr>
          <p:nvPr>
            <p:ph type="subTitle" idx="4"/>
          </p:nvPr>
        </p:nvSpPr>
        <p:spPr>
          <a:xfrm>
            <a:off x="936664" y="3580700"/>
            <a:ext cx="34956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3" name="Google Shape;203;p18"/>
          <p:cNvSpPr txBox="1">
            <a:spLocks noGrp="1"/>
          </p:cNvSpPr>
          <p:nvPr>
            <p:ph type="subTitle" idx="5"/>
          </p:nvPr>
        </p:nvSpPr>
        <p:spPr>
          <a:xfrm>
            <a:off x="4711734" y="3580700"/>
            <a:ext cx="34956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4" name="Google Shape;204;p18"/>
          <p:cNvSpPr txBox="1">
            <a:spLocks noGrp="1"/>
          </p:cNvSpPr>
          <p:nvPr>
            <p:ph type="subTitle" idx="6"/>
          </p:nvPr>
        </p:nvSpPr>
        <p:spPr>
          <a:xfrm>
            <a:off x="936663" y="3054800"/>
            <a:ext cx="34956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05" name="Google Shape;205;p18"/>
          <p:cNvSpPr txBox="1">
            <a:spLocks noGrp="1"/>
          </p:cNvSpPr>
          <p:nvPr>
            <p:ph type="subTitle" idx="7"/>
          </p:nvPr>
        </p:nvSpPr>
        <p:spPr>
          <a:xfrm>
            <a:off x="4711731" y="1306475"/>
            <a:ext cx="34956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06" name="Google Shape;206;p18"/>
          <p:cNvSpPr txBox="1">
            <a:spLocks noGrp="1"/>
          </p:cNvSpPr>
          <p:nvPr>
            <p:ph type="subTitle" idx="8"/>
          </p:nvPr>
        </p:nvSpPr>
        <p:spPr>
          <a:xfrm>
            <a:off x="4711731" y="3054800"/>
            <a:ext cx="34956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grpSp>
        <p:nvGrpSpPr>
          <p:cNvPr id="207" name="Google Shape;207;p18"/>
          <p:cNvGrpSpPr/>
          <p:nvPr/>
        </p:nvGrpSpPr>
        <p:grpSpPr>
          <a:xfrm>
            <a:off x="-746025" y="-1698524"/>
            <a:ext cx="11164650" cy="8340748"/>
            <a:chOff x="-746025" y="-1698524"/>
            <a:chExt cx="11164650" cy="8340748"/>
          </a:xfrm>
        </p:grpSpPr>
        <p:pic>
          <p:nvPicPr>
            <p:cNvPr id="208" name="Google Shape;208;p18"/>
            <p:cNvPicPr preferRelativeResize="0"/>
            <p:nvPr/>
          </p:nvPicPr>
          <p:blipFill>
            <a:blip r:embed="rId3">
              <a:alphaModFix/>
            </a:blip>
            <a:stretch>
              <a:fillRect/>
            </a:stretch>
          </p:blipFill>
          <p:spPr>
            <a:xfrm>
              <a:off x="-331475" y="-249400"/>
              <a:ext cx="922393" cy="784400"/>
            </a:xfrm>
            <a:prstGeom prst="rect">
              <a:avLst/>
            </a:prstGeom>
            <a:noFill/>
            <a:ln>
              <a:noFill/>
            </a:ln>
          </p:spPr>
        </p:pic>
        <p:pic>
          <p:nvPicPr>
            <p:cNvPr id="209" name="Google Shape;209;p18"/>
            <p:cNvPicPr preferRelativeResize="0"/>
            <p:nvPr/>
          </p:nvPicPr>
          <p:blipFill>
            <a:blip r:embed="rId4">
              <a:alphaModFix/>
            </a:blip>
            <a:stretch>
              <a:fillRect/>
            </a:stretch>
          </p:blipFill>
          <p:spPr>
            <a:xfrm>
              <a:off x="8424000" y="255523"/>
              <a:ext cx="1713300" cy="372539"/>
            </a:xfrm>
            <a:prstGeom prst="rect">
              <a:avLst/>
            </a:prstGeom>
            <a:noFill/>
            <a:ln>
              <a:noFill/>
            </a:ln>
          </p:spPr>
        </p:pic>
        <p:pic>
          <p:nvPicPr>
            <p:cNvPr id="210" name="Google Shape;210;p18"/>
            <p:cNvPicPr preferRelativeResize="0"/>
            <p:nvPr/>
          </p:nvPicPr>
          <p:blipFill>
            <a:blip r:embed="rId5">
              <a:alphaModFix/>
            </a:blip>
            <a:stretch>
              <a:fillRect/>
            </a:stretch>
          </p:blipFill>
          <p:spPr>
            <a:xfrm rot="-5400000">
              <a:off x="7978476" y="-1534322"/>
              <a:ext cx="2604351" cy="2275947"/>
            </a:xfrm>
            <a:prstGeom prst="rect">
              <a:avLst/>
            </a:prstGeom>
            <a:noFill/>
            <a:ln>
              <a:noFill/>
            </a:ln>
          </p:spPr>
        </p:pic>
        <p:pic>
          <p:nvPicPr>
            <p:cNvPr id="211" name="Google Shape;211;p18"/>
            <p:cNvPicPr preferRelativeResize="0"/>
            <p:nvPr/>
          </p:nvPicPr>
          <p:blipFill>
            <a:blip r:embed="rId5">
              <a:alphaModFix/>
            </a:blip>
            <a:stretch>
              <a:fillRect/>
            </a:stretch>
          </p:blipFill>
          <p:spPr>
            <a:xfrm rot="5400000">
              <a:off x="-891925" y="4474075"/>
              <a:ext cx="2314050" cy="2022250"/>
            </a:xfrm>
            <a:prstGeom prst="rect">
              <a:avLst/>
            </a:prstGeom>
            <a:noFill/>
            <a:ln>
              <a:noFill/>
            </a:ln>
          </p:spPr>
        </p:pic>
        <p:pic>
          <p:nvPicPr>
            <p:cNvPr id="212" name="Google Shape;212;p18"/>
            <p:cNvPicPr preferRelativeResize="0"/>
            <p:nvPr/>
          </p:nvPicPr>
          <p:blipFill>
            <a:blip r:embed="rId6">
              <a:alphaModFix/>
            </a:blip>
            <a:stretch>
              <a:fillRect/>
            </a:stretch>
          </p:blipFill>
          <p:spPr>
            <a:xfrm>
              <a:off x="8680625" y="4608500"/>
              <a:ext cx="819150" cy="723900"/>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213"/>
        <p:cNvGrpSpPr/>
        <p:nvPr/>
      </p:nvGrpSpPr>
      <p:grpSpPr>
        <a:xfrm>
          <a:off x="0" y="0"/>
          <a:ext cx="0" cy="0"/>
          <a:chOff x="0" y="0"/>
          <a:chExt cx="0" cy="0"/>
        </a:xfrm>
      </p:grpSpPr>
      <p:pic>
        <p:nvPicPr>
          <p:cNvPr id="214" name="Google Shape;214;p19"/>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215" name="Google Shape;21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6" name="Google Shape;216;p19"/>
          <p:cNvSpPr txBox="1">
            <a:spLocks noGrp="1"/>
          </p:cNvSpPr>
          <p:nvPr>
            <p:ph type="subTitle" idx="1"/>
          </p:nvPr>
        </p:nvSpPr>
        <p:spPr>
          <a:xfrm>
            <a:off x="721133" y="1811513"/>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7" name="Google Shape;217;p19"/>
          <p:cNvSpPr txBox="1">
            <a:spLocks noGrp="1"/>
          </p:cNvSpPr>
          <p:nvPr>
            <p:ph type="subTitle" idx="2"/>
          </p:nvPr>
        </p:nvSpPr>
        <p:spPr>
          <a:xfrm>
            <a:off x="3342150" y="1811513"/>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8" name="Google Shape;218;p19"/>
          <p:cNvSpPr txBox="1">
            <a:spLocks noGrp="1"/>
          </p:cNvSpPr>
          <p:nvPr>
            <p:ph type="subTitle" idx="3"/>
          </p:nvPr>
        </p:nvSpPr>
        <p:spPr>
          <a:xfrm>
            <a:off x="5963167" y="1811513"/>
            <a:ext cx="24597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9" name="Google Shape;219;p19"/>
          <p:cNvSpPr txBox="1">
            <a:spLocks noGrp="1"/>
          </p:cNvSpPr>
          <p:nvPr>
            <p:ph type="subTitle" idx="4"/>
          </p:nvPr>
        </p:nvSpPr>
        <p:spPr>
          <a:xfrm>
            <a:off x="721133" y="3512625"/>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0" name="Google Shape;220;p19"/>
          <p:cNvSpPr txBox="1">
            <a:spLocks noGrp="1"/>
          </p:cNvSpPr>
          <p:nvPr>
            <p:ph type="subTitle" idx="5"/>
          </p:nvPr>
        </p:nvSpPr>
        <p:spPr>
          <a:xfrm>
            <a:off x="3342234" y="3512625"/>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1" name="Google Shape;221;p19"/>
          <p:cNvSpPr txBox="1">
            <a:spLocks noGrp="1"/>
          </p:cNvSpPr>
          <p:nvPr>
            <p:ph type="subTitle" idx="6"/>
          </p:nvPr>
        </p:nvSpPr>
        <p:spPr>
          <a:xfrm>
            <a:off x="5963167" y="3512625"/>
            <a:ext cx="24597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2" name="Google Shape;222;p19"/>
          <p:cNvSpPr txBox="1">
            <a:spLocks noGrp="1"/>
          </p:cNvSpPr>
          <p:nvPr>
            <p:ph type="subTitle" idx="7"/>
          </p:nvPr>
        </p:nvSpPr>
        <p:spPr>
          <a:xfrm>
            <a:off x="721133" y="12766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23" name="Google Shape;223;p19"/>
          <p:cNvSpPr txBox="1">
            <a:spLocks noGrp="1"/>
          </p:cNvSpPr>
          <p:nvPr>
            <p:ph type="subTitle" idx="8"/>
          </p:nvPr>
        </p:nvSpPr>
        <p:spPr>
          <a:xfrm>
            <a:off x="3342150" y="12766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24" name="Google Shape;224;p19"/>
          <p:cNvSpPr txBox="1">
            <a:spLocks noGrp="1"/>
          </p:cNvSpPr>
          <p:nvPr>
            <p:ph type="subTitle" idx="9"/>
          </p:nvPr>
        </p:nvSpPr>
        <p:spPr>
          <a:xfrm>
            <a:off x="5963167" y="1276675"/>
            <a:ext cx="24597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25" name="Google Shape;225;p19"/>
          <p:cNvSpPr txBox="1">
            <a:spLocks noGrp="1"/>
          </p:cNvSpPr>
          <p:nvPr>
            <p:ph type="subTitle" idx="13"/>
          </p:nvPr>
        </p:nvSpPr>
        <p:spPr>
          <a:xfrm>
            <a:off x="721133" y="29732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26" name="Google Shape;226;p19"/>
          <p:cNvSpPr txBox="1">
            <a:spLocks noGrp="1"/>
          </p:cNvSpPr>
          <p:nvPr>
            <p:ph type="subTitle" idx="14"/>
          </p:nvPr>
        </p:nvSpPr>
        <p:spPr>
          <a:xfrm>
            <a:off x="3342234" y="29732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sp>
        <p:nvSpPr>
          <p:cNvPr id="227" name="Google Shape;227;p19"/>
          <p:cNvSpPr txBox="1">
            <a:spLocks noGrp="1"/>
          </p:cNvSpPr>
          <p:nvPr>
            <p:ph type="subTitle" idx="15"/>
          </p:nvPr>
        </p:nvSpPr>
        <p:spPr>
          <a:xfrm>
            <a:off x="5963467" y="29732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000"/>
              <a:buFont typeface="Sora"/>
              <a:buNone/>
              <a:defRPr sz="2000">
                <a:solidFill>
                  <a:schemeClr val="dk1"/>
                </a:solidFill>
                <a:latin typeface="Sora"/>
                <a:ea typeface="Sora"/>
                <a:cs typeface="Sora"/>
                <a:sym typeface="Sora"/>
              </a:defRPr>
            </a:lvl9pPr>
          </a:lstStyle>
          <a:p>
            <a:endParaRPr/>
          </a:p>
        </p:txBody>
      </p:sp>
      <p:grpSp>
        <p:nvGrpSpPr>
          <p:cNvPr id="228" name="Google Shape;228;p19"/>
          <p:cNvGrpSpPr/>
          <p:nvPr/>
        </p:nvGrpSpPr>
        <p:grpSpPr>
          <a:xfrm>
            <a:off x="-746025" y="-1534750"/>
            <a:ext cx="11275975" cy="7334075"/>
            <a:chOff x="-746025" y="-1534750"/>
            <a:chExt cx="11275975" cy="7334075"/>
          </a:xfrm>
        </p:grpSpPr>
        <p:pic>
          <p:nvPicPr>
            <p:cNvPr id="229" name="Google Shape;229;p19"/>
            <p:cNvPicPr preferRelativeResize="0"/>
            <p:nvPr/>
          </p:nvPicPr>
          <p:blipFill>
            <a:blip r:embed="rId3">
              <a:alphaModFix/>
            </a:blip>
            <a:stretch>
              <a:fillRect/>
            </a:stretch>
          </p:blipFill>
          <p:spPr>
            <a:xfrm rot="5400000" flipH="1">
              <a:off x="-891925" y="-1388850"/>
              <a:ext cx="2314050" cy="2022250"/>
            </a:xfrm>
            <a:prstGeom prst="rect">
              <a:avLst/>
            </a:prstGeom>
            <a:noFill/>
            <a:ln>
              <a:noFill/>
            </a:ln>
          </p:spPr>
        </p:pic>
        <p:pic>
          <p:nvPicPr>
            <p:cNvPr id="230" name="Google Shape;230;p19"/>
            <p:cNvPicPr preferRelativeResize="0"/>
            <p:nvPr/>
          </p:nvPicPr>
          <p:blipFill>
            <a:blip r:embed="rId4">
              <a:alphaModFix/>
            </a:blip>
            <a:stretch>
              <a:fillRect/>
            </a:stretch>
          </p:blipFill>
          <p:spPr>
            <a:xfrm flipH="1">
              <a:off x="8680625" y="535000"/>
              <a:ext cx="819150" cy="723900"/>
            </a:xfrm>
            <a:prstGeom prst="rect">
              <a:avLst/>
            </a:prstGeom>
            <a:noFill/>
            <a:ln>
              <a:noFill/>
            </a:ln>
          </p:spPr>
        </p:pic>
        <p:pic>
          <p:nvPicPr>
            <p:cNvPr id="231" name="Google Shape;231;p19"/>
            <p:cNvPicPr preferRelativeResize="0"/>
            <p:nvPr/>
          </p:nvPicPr>
          <p:blipFill>
            <a:blip r:embed="rId3">
              <a:alphaModFix/>
            </a:blip>
            <a:stretch>
              <a:fillRect/>
            </a:stretch>
          </p:blipFill>
          <p:spPr>
            <a:xfrm rot="10800000" flipH="1">
              <a:off x="8215900" y="3777075"/>
              <a:ext cx="2314050" cy="2022250"/>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32"/>
        <p:cNvGrpSpPr/>
        <p:nvPr/>
      </p:nvGrpSpPr>
      <p:grpSpPr>
        <a:xfrm>
          <a:off x="0" y="0"/>
          <a:ext cx="0" cy="0"/>
          <a:chOff x="0" y="0"/>
          <a:chExt cx="0" cy="0"/>
        </a:xfrm>
      </p:grpSpPr>
      <p:pic>
        <p:nvPicPr>
          <p:cNvPr id="233" name="Google Shape;233;p20"/>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234" name="Google Shape;234;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35" name="Google Shape;235;p20"/>
          <p:cNvGrpSpPr/>
          <p:nvPr/>
        </p:nvGrpSpPr>
        <p:grpSpPr>
          <a:xfrm>
            <a:off x="-436800" y="-1299500"/>
            <a:ext cx="9687113" cy="7515187"/>
            <a:chOff x="-436800" y="-1299500"/>
            <a:chExt cx="9687113" cy="7515187"/>
          </a:xfrm>
        </p:grpSpPr>
        <p:pic>
          <p:nvPicPr>
            <p:cNvPr id="236" name="Google Shape;236;p20"/>
            <p:cNvPicPr preferRelativeResize="0"/>
            <p:nvPr/>
          </p:nvPicPr>
          <p:blipFill>
            <a:blip r:embed="rId3">
              <a:alphaModFix/>
            </a:blip>
            <a:stretch>
              <a:fillRect/>
            </a:stretch>
          </p:blipFill>
          <p:spPr>
            <a:xfrm rot="-5400000" flipH="1">
              <a:off x="-1022475" y="-713825"/>
              <a:ext cx="2904851" cy="1733500"/>
            </a:xfrm>
            <a:prstGeom prst="rect">
              <a:avLst/>
            </a:prstGeom>
            <a:noFill/>
            <a:ln>
              <a:noFill/>
            </a:ln>
          </p:spPr>
        </p:pic>
        <p:grpSp>
          <p:nvGrpSpPr>
            <p:cNvPr id="237" name="Google Shape;237;p20"/>
            <p:cNvGrpSpPr/>
            <p:nvPr/>
          </p:nvGrpSpPr>
          <p:grpSpPr>
            <a:xfrm>
              <a:off x="7954516" y="-983600"/>
              <a:ext cx="1295797" cy="1644600"/>
              <a:chOff x="7954516" y="-983600"/>
              <a:chExt cx="1295797" cy="1644600"/>
            </a:xfrm>
          </p:grpSpPr>
          <p:pic>
            <p:nvPicPr>
              <p:cNvPr id="238" name="Google Shape;238;p20"/>
              <p:cNvPicPr preferRelativeResize="0"/>
              <p:nvPr/>
            </p:nvPicPr>
            <p:blipFill>
              <a:blip r:embed="rId4">
                <a:alphaModFix/>
              </a:blip>
              <a:stretch>
                <a:fillRect/>
              </a:stretch>
            </p:blipFill>
            <p:spPr>
              <a:xfrm flipH="1">
                <a:off x="7954516" y="-983600"/>
                <a:ext cx="1295797" cy="1440000"/>
              </a:xfrm>
              <a:prstGeom prst="rect">
                <a:avLst/>
              </a:prstGeom>
              <a:noFill/>
              <a:ln>
                <a:noFill/>
              </a:ln>
            </p:spPr>
          </p:pic>
          <p:sp>
            <p:nvSpPr>
              <p:cNvPr id="239" name="Google Shape;239;p20"/>
              <p:cNvSpPr txBox="1"/>
              <p:nvPr/>
            </p:nvSpPr>
            <p:spPr>
              <a:xfrm>
                <a:off x="8483725" y="21460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240" name="Google Shape;240;p20"/>
            <p:cNvPicPr preferRelativeResize="0"/>
            <p:nvPr/>
          </p:nvPicPr>
          <p:blipFill>
            <a:blip r:embed="rId5">
              <a:alphaModFix/>
            </a:blip>
            <a:stretch>
              <a:fillRect/>
            </a:stretch>
          </p:blipFill>
          <p:spPr>
            <a:xfrm rot="10800000" flipH="1">
              <a:off x="7502362" y="4213923"/>
              <a:ext cx="1611176" cy="200176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241"/>
        <p:cNvGrpSpPr/>
        <p:nvPr/>
      </p:nvGrpSpPr>
      <p:grpSpPr>
        <a:xfrm>
          <a:off x="0" y="0"/>
          <a:ext cx="0" cy="0"/>
          <a:chOff x="0" y="0"/>
          <a:chExt cx="0" cy="0"/>
        </a:xfrm>
      </p:grpSpPr>
      <p:pic>
        <p:nvPicPr>
          <p:cNvPr id="242" name="Google Shape;242;p21"/>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243" name="Google Shape;243;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44" name="Google Shape;244;p21"/>
          <p:cNvGrpSpPr/>
          <p:nvPr/>
        </p:nvGrpSpPr>
        <p:grpSpPr>
          <a:xfrm>
            <a:off x="-746025" y="-1698524"/>
            <a:ext cx="11164650" cy="8340748"/>
            <a:chOff x="-746025" y="-1698524"/>
            <a:chExt cx="11164650" cy="8340748"/>
          </a:xfrm>
        </p:grpSpPr>
        <p:pic>
          <p:nvPicPr>
            <p:cNvPr id="245" name="Google Shape;245;p21"/>
            <p:cNvPicPr preferRelativeResize="0"/>
            <p:nvPr/>
          </p:nvPicPr>
          <p:blipFill>
            <a:blip r:embed="rId3">
              <a:alphaModFix/>
            </a:blip>
            <a:stretch>
              <a:fillRect/>
            </a:stretch>
          </p:blipFill>
          <p:spPr>
            <a:xfrm>
              <a:off x="-331475" y="-249400"/>
              <a:ext cx="922393" cy="784400"/>
            </a:xfrm>
            <a:prstGeom prst="rect">
              <a:avLst/>
            </a:prstGeom>
            <a:noFill/>
            <a:ln>
              <a:noFill/>
            </a:ln>
          </p:spPr>
        </p:pic>
        <p:pic>
          <p:nvPicPr>
            <p:cNvPr id="246" name="Google Shape;246;p21"/>
            <p:cNvPicPr preferRelativeResize="0"/>
            <p:nvPr/>
          </p:nvPicPr>
          <p:blipFill>
            <a:blip r:embed="rId4">
              <a:alphaModFix/>
            </a:blip>
            <a:stretch>
              <a:fillRect/>
            </a:stretch>
          </p:blipFill>
          <p:spPr>
            <a:xfrm>
              <a:off x="8424000" y="255523"/>
              <a:ext cx="1713300" cy="372539"/>
            </a:xfrm>
            <a:prstGeom prst="rect">
              <a:avLst/>
            </a:prstGeom>
            <a:noFill/>
            <a:ln>
              <a:noFill/>
            </a:ln>
          </p:spPr>
        </p:pic>
        <p:pic>
          <p:nvPicPr>
            <p:cNvPr id="247" name="Google Shape;247;p21"/>
            <p:cNvPicPr preferRelativeResize="0"/>
            <p:nvPr/>
          </p:nvPicPr>
          <p:blipFill>
            <a:blip r:embed="rId5">
              <a:alphaModFix/>
            </a:blip>
            <a:stretch>
              <a:fillRect/>
            </a:stretch>
          </p:blipFill>
          <p:spPr>
            <a:xfrm rot="-5400000">
              <a:off x="7978476" y="-1534322"/>
              <a:ext cx="2604351" cy="2275947"/>
            </a:xfrm>
            <a:prstGeom prst="rect">
              <a:avLst/>
            </a:prstGeom>
            <a:noFill/>
            <a:ln>
              <a:noFill/>
            </a:ln>
          </p:spPr>
        </p:pic>
        <p:pic>
          <p:nvPicPr>
            <p:cNvPr id="248" name="Google Shape;248;p21"/>
            <p:cNvPicPr preferRelativeResize="0"/>
            <p:nvPr/>
          </p:nvPicPr>
          <p:blipFill>
            <a:blip r:embed="rId5">
              <a:alphaModFix/>
            </a:blip>
            <a:stretch>
              <a:fillRect/>
            </a:stretch>
          </p:blipFill>
          <p:spPr>
            <a:xfrm rot="5400000">
              <a:off x="-891925" y="4474075"/>
              <a:ext cx="2314050" cy="2022250"/>
            </a:xfrm>
            <a:prstGeom prst="rect">
              <a:avLst/>
            </a:prstGeom>
            <a:noFill/>
            <a:ln>
              <a:noFill/>
            </a:ln>
          </p:spPr>
        </p:pic>
        <p:pic>
          <p:nvPicPr>
            <p:cNvPr id="249" name="Google Shape;249;p21"/>
            <p:cNvPicPr preferRelativeResize="0"/>
            <p:nvPr/>
          </p:nvPicPr>
          <p:blipFill>
            <a:blip r:embed="rId6">
              <a:alphaModFix/>
            </a:blip>
            <a:stretch>
              <a:fillRect/>
            </a:stretch>
          </p:blipFill>
          <p:spPr>
            <a:xfrm>
              <a:off x="8680625" y="4608500"/>
              <a:ext cx="819150" cy="723900"/>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250"/>
        <p:cNvGrpSpPr/>
        <p:nvPr/>
      </p:nvGrpSpPr>
      <p:grpSpPr>
        <a:xfrm>
          <a:off x="0" y="0"/>
          <a:ext cx="0" cy="0"/>
          <a:chOff x="0" y="0"/>
          <a:chExt cx="0" cy="0"/>
        </a:xfrm>
      </p:grpSpPr>
      <p:pic>
        <p:nvPicPr>
          <p:cNvPr id="251" name="Google Shape;251;p22"/>
          <p:cNvPicPr preferRelativeResize="0"/>
          <p:nvPr/>
        </p:nvPicPr>
        <p:blipFill rotWithShape="1">
          <a:blip r:embed="rId2">
            <a:alphaModFix/>
          </a:blip>
          <a:srcRect/>
          <a:stretch/>
        </p:blipFill>
        <p:spPr>
          <a:xfrm>
            <a:off x="50" y="0"/>
            <a:ext cx="9144003" cy="5143501"/>
          </a:xfrm>
          <a:prstGeom prst="rect">
            <a:avLst/>
          </a:prstGeom>
          <a:noFill/>
          <a:ln>
            <a:noFill/>
          </a:ln>
        </p:spPr>
      </p:pic>
      <p:sp>
        <p:nvSpPr>
          <p:cNvPr id="252" name="Google Shape;252;p22"/>
          <p:cNvSpPr txBox="1">
            <a:spLocks noGrp="1"/>
          </p:cNvSpPr>
          <p:nvPr>
            <p:ph type="ctrTitle"/>
          </p:nvPr>
        </p:nvSpPr>
        <p:spPr>
          <a:xfrm>
            <a:off x="2382250" y="535000"/>
            <a:ext cx="4379400" cy="1056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7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53" name="Google Shape;253;p22"/>
          <p:cNvSpPr txBox="1">
            <a:spLocks noGrp="1"/>
          </p:cNvSpPr>
          <p:nvPr>
            <p:ph type="subTitle" idx="1"/>
          </p:nvPr>
        </p:nvSpPr>
        <p:spPr>
          <a:xfrm>
            <a:off x="2382350" y="1700400"/>
            <a:ext cx="4379400" cy="105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54" name="Google Shape;254;p22"/>
          <p:cNvSpPr txBox="1"/>
          <p:nvPr/>
        </p:nvSpPr>
        <p:spPr>
          <a:xfrm>
            <a:off x="2382325" y="3563450"/>
            <a:ext cx="43794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000">
                <a:solidFill>
                  <a:schemeClr val="dk1"/>
                </a:solidFill>
                <a:latin typeface="Cabin"/>
                <a:ea typeface="Cabin"/>
                <a:cs typeface="Cabin"/>
                <a:sym typeface="Cabin"/>
              </a:rPr>
              <a:t>CREDITS: This presentation template was created by </a:t>
            </a:r>
            <a:r>
              <a:rPr lang="en" sz="1000" b="1" u="sng">
                <a:solidFill>
                  <a:schemeClr val="dk1"/>
                </a:solidFill>
                <a:latin typeface="Cabin"/>
                <a:ea typeface="Cabin"/>
                <a:cs typeface="Cabin"/>
                <a:sym typeface="Cabin"/>
                <a:hlinkClick r:id="rId3">
                  <a:extLst>
                    <a:ext uri="{A12FA001-AC4F-418D-AE19-62706E023703}">
                      <ahyp:hlinkClr xmlns:ahyp="http://schemas.microsoft.com/office/drawing/2018/hyperlinkcolor" val="tx"/>
                    </a:ext>
                  </a:extLst>
                </a:hlinkClick>
              </a:rPr>
              <a:t>Slidesgo</a:t>
            </a:r>
            <a:r>
              <a:rPr lang="en" sz="1000" u="sng">
                <a:solidFill>
                  <a:schemeClr val="dk1"/>
                </a:solidFill>
                <a:latin typeface="Cabin"/>
                <a:ea typeface="Cabin"/>
                <a:cs typeface="Cabin"/>
                <a:sym typeface="Cabin"/>
              </a:rPr>
              <a:t>,</a:t>
            </a:r>
            <a:r>
              <a:rPr lang="en" sz="1000">
                <a:solidFill>
                  <a:schemeClr val="dk1"/>
                </a:solidFill>
                <a:latin typeface="Cabin"/>
                <a:ea typeface="Cabin"/>
                <a:cs typeface="Cabin"/>
                <a:sym typeface="Cabin"/>
              </a:rPr>
              <a:t> and includes icons by </a:t>
            </a:r>
            <a:r>
              <a:rPr lang="en" sz="1000" b="1" u="sng">
                <a:solidFill>
                  <a:schemeClr val="dk1"/>
                </a:solidFill>
                <a:latin typeface="Cabin"/>
                <a:ea typeface="Cabin"/>
                <a:cs typeface="Cabin"/>
                <a:sym typeface="Cabin"/>
                <a:hlinkClick r:id="rId4">
                  <a:extLst>
                    <a:ext uri="{A12FA001-AC4F-418D-AE19-62706E023703}">
                      <ahyp:hlinkClr xmlns:ahyp="http://schemas.microsoft.com/office/drawing/2018/hyperlinkcolor" val="tx"/>
                    </a:ext>
                  </a:extLst>
                </a:hlinkClick>
              </a:rPr>
              <a:t>Flaticon</a:t>
            </a:r>
            <a:r>
              <a:rPr lang="en" sz="1000" u="sng">
                <a:solidFill>
                  <a:schemeClr val="dk1"/>
                </a:solidFill>
                <a:latin typeface="Cabin"/>
                <a:ea typeface="Cabin"/>
                <a:cs typeface="Cabin"/>
                <a:sym typeface="Cabin"/>
              </a:rPr>
              <a:t>,</a:t>
            </a:r>
            <a:r>
              <a:rPr lang="en" sz="1000">
                <a:solidFill>
                  <a:schemeClr val="dk1"/>
                </a:solidFill>
                <a:latin typeface="Cabin"/>
                <a:ea typeface="Cabin"/>
                <a:cs typeface="Cabin"/>
                <a:sym typeface="Cabin"/>
              </a:rPr>
              <a:t> and infographics &amp; images by </a:t>
            </a:r>
            <a:r>
              <a:rPr lang="en" sz="1000" b="1" u="sng">
                <a:solidFill>
                  <a:schemeClr val="dk1"/>
                </a:solidFill>
                <a:latin typeface="Cabin"/>
                <a:ea typeface="Cabin"/>
                <a:cs typeface="Cabin"/>
                <a:sym typeface="Cabin"/>
                <a:hlinkClick r:id="rId5">
                  <a:extLst>
                    <a:ext uri="{A12FA001-AC4F-418D-AE19-62706E023703}">
                      <ahyp:hlinkClr xmlns:ahyp="http://schemas.microsoft.com/office/drawing/2018/hyperlinkcolor" val="tx"/>
                    </a:ext>
                  </a:extLst>
                </a:hlinkClick>
              </a:rPr>
              <a:t>Freepik</a:t>
            </a:r>
            <a:endParaRPr sz="1000" b="1" u="sng">
              <a:solidFill>
                <a:schemeClr val="dk1"/>
              </a:solidFill>
              <a:latin typeface="Cabin"/>
              <a:ea typeface="Cabin"/>
              <a:cs typeface="Cabin"/>
              <a:sym typeface="Cabin"/>
            </a:endParaRPr>
          </a:p>
        </p:txBody>
      </p:sp>
      <p:grpSp>
        <p:nvGrpSpPr>
          <p:cNvPr id="255" name="Google Shape;255;p22"/>
          <p:cNvGrpSpPr/>
          <p:nvPr/>
        </p:nvGrpSpPr>
        <p:grpSpPr>
          <a:xfrm>
            <a:off x="-2431156" y="-1854598"/>
            <a:ext cx="11999207" cy="8120423"/>
            <a:chOff x="-2431156" y="-1854598"/>
            <a:chExt cx="11999207" cy="8120423"/>
          </a:xfrm>
        </p:grpSpPr>
        <p:pic>
          <p:nvPicPr>
            <p:cNvPr id="256" name="Google Shape;256;p22"/>
            <p:cNvPicPr preferRelativeResize="0"/>
            <p:nvPr/>
          </p:nvPicPr>
          <p:blipFill>
            <a:blip r:embed="rId6">
              <a:alphaModFix/>
            </a:blip>
            <a:stretch>
              <a:fillRect/>
            </a:stretch>
          </p:blipFill>
          <p:spPr>
            <a:xfrm rot="-5400000">
              <a:off x="7248875" y="3946650"/>
              <a:ext cx="2904851" cy="1733500"/>
            </a:xfrm>
            <a:prstGeom prst="rect">
              <a:avLst/>
            </a:prstGeom>
            <a:noFill/>
            <a:ln>
              <a:noFill/>
            </a:ln>
          </p:spPr>
        </p:pic>
        <p:pic>
          <p:nvPicPr>
            <p:cNvPr id="257" name="Google Shape;257;p22"/>
            <p:cNvPicPr preferRelativeResize="0"/>
            <p:nvPr/>
          </p:nvPicPr>
          <p:blipFill>
            <a:blip r:embed="rId7">
              <a:alphaModFix/>
            </a:blip>
            <a:stretch>
              <a:fillRect/>
            </a:stretch>
          </p:blipFill>
          <p:spPr>
            <a:xfrm flipH="1">
              <a:off x="344262" y="-835651"/>
              <a:ext cx="1611175" cy="2001762"/>
            </a:xfrm>
            <a:prstGeom prst="rect">
              <a:avLst/>
            </a:prstGeom>
            <a:noFill/>
            <a:ln>
              <a:noFill/>
            </a:ln>
          </p:spPr>
        </p:pic>
        <p:pic>
          <p:nvPicPr>
            <p:cNvPr id="258" name="Google Shape;258;p22"/>
            <p:cNvPicPr preferRelativeResize="0"/>
            <p:nvPr/>
          </p:nvPicPr>
          <p:blipFill>
            <a:blip r:embed="rId8">
              <a:alphaModFix/>
            </a:blip>
            <a:stretch>
              <a:fillRect/>
            </a:stretch>
          </p:blipFill>
          <p:spPr>
            <a:xfrm rot="1325099">
              <a:off x="388381" y="3829268"/>
              <a:ext cx="653433" cy="956350"/>
            </a:xfrm>
            <a:prstGeom prst="rect">
              <a:avLst/>
            </a:prstGeom>
            <a:noFill/>
            <a:ln>
              <a:noFill/>
            </a:ln>
          </p:spPr>
        </p:pic>
        <p:pic>
          <p:nvPicPr>
            <p:cNvPr id="259" name="Google Shape;259;p22"/>
            <p:cNvPicPr preferRelativeResize="0"/>
            <p:nvPr/>
          </p:nvPicPr>
          <p:blipFill>
            <a:blip r:embed="rId9">
              <a:alphaModFix/>
            </a:blip>
            <a:stretch>
              <a:fillRect/>
            </a:stretch>
          </p:blipFill>
          <p:spPr>
            <a:xfrm>
              <a:off x="8428900" y="1457488"/>
              <a:ext cx="177925" cy="867325"/>
            </a:xfrm>
            <a:prstGeom prst="rect">
              <a:avLst/>
            </a:prstGeom>
            <a:noFill/>
            <a:ln>
              <a:noFill/>
            </a:ln>
          </p:spPr>
        </p:pic>
        <p:pic>
          <p:nvPicPr>
            <p:cNvPr id="260" name="Google Shape;260;p22"/>
            <p:cNvPicPr preferRelativeResize="0"/>
            <p:nvPr/>
          </p:nvPicPr>
          <p:blipFill>
            <a:blip r:embed="rId10">
              <a:alphaModFix/>
            </a:blip>
            <a:stretch>
              <a:fillRect/>
            </a:stretch>
          </p:blipFill>
          <p:spPr>
            <a:xfrm rot="7537679">
              <a:off x="-2049824" y="1585452"/>
              <a:ext cx="2604351" cy="2275947"/>
            </a:xfrm>
            <a:prstGeom prst="rect">
              <a:avLst/>
            </a:prstGeom>
            <a:noFill/>
            <a:ln>
              <a:noFill/>
            </a:ln>
          </p:spPr>
        </p:pic>
        <p:pic>
          <p:nvPicPr>
            <p:cNvPr id="261" name="Google Shape;261;p22"/>
            <p:cNvPicPr preferRelativeResize="0"/>
            <p:nvPr/>
          </p:nvPicPr>
          <p:blipFill>
            <a:blip r:embed="rId10">
              <a:alphaModFix/>
            </a:blip>
            <a:stretch>
              <a:fillRect/>
            </a:stretch>
          </p:blipFill>
          <p:spPr>
            <a:xfrm rot="10800000">
              <a:off x="6072751" y="-1854598"/>
              <a:ext cx="2604351" cy="2275947"/>
            </a:xfrm>
            <a:prstGeom prst="rect">
              <a:avLst/>
            </a:prstGeom>
            <a:noFill/>
            <a:ln>
              <a:noFill/>
            </a:ln>
          </p:spPr>
        </p:pic>
        <p:grpSp>
          <p:nvGrpSpPr>
            <p:cNvPr id="262" name="Google Shape;262;p22"/>
            <p:cNvGrpSpPr/>
            <p:nvPr/>
          </p:nvGrpSpPr>
          <p:grpSpPr>
            <a:xfrm>
              <a:off x="7413076" y="-437912"/>
              <a:ext cx="1515724" cy="1440024"/>
              <a:chOff x="7413076" y="-437912"/>
              <a:chExt cx="1515724" cy="1440024"/>
            </a:xfrm>
          </p:grpSpPr>
          <p:pic>
            <p:nvPicPr>
              <p:cNvPr id="263" name="Google Shape;263;p22"/>
              <p:cNvPicPr preferRelativeResize="0"/>
              <p:nvPr/>
            </p:nvPicPr>
            <p:blipFill>
              <a:blip r:embed="rId11">
                <a:alphaModFix/>
              </a:blip>
              <a:stretch>
                <a:fillRect/>
              </a:stretch>
            </p:blipFill>
            <p:spPr>
              <a:xfrm>
                <a:off x="7413076" y="-437912"/>
                <a:ext cx="1186835" cy="1440024"/>
              </a:xfrm>
              <a:prstGeom prst="rect">
                <a:avLst/>
              </a:prstGeom>
              <a:noFill/>
              <a:ln>
                <a:noFill/>
              </a:ln>
            </p:spPr>
          </p:pic>
          <p:sp>
            <p:nvSpPr>
              <p:cNvPr id="264" name="Google Shape;264;p22"/>
              <p:cNvSpPr txBox="1"/>
              <p:nvPr/>
            </p:nvSpPr>
            <p:spPr>
              <a:xfrm>
                <a:off x="8529800" y="377625"/>
                <a:ext cx="3990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chemeClr val="dk1"/>
                    </a:solidFill>
                    <a:latin typeface="Sora"/>
                    <a:ea typeface="Sora"/>
                    <a:cs typeface="Sora"/>
                    <a:sym typeface="Sora"/>
                  </a:rPr>
                  <a:t>+</a:t>
                </a:r>
                <a:endParaRPr sz="900"/>
              </a:p>
            </p:txBody>
          </p:sp>
        </p:grpSp>
        <p:grpSp>
          <p:nvGrpSpPr>
            <p:cNvPr id="265" name="Google Shape;265;p22"/>
            <p:cNvGrpSpPr/>
            <p:nvPr/>
          </p:nvGrpSpPr>
          <p:grpSpPr>
            <a:xfrm>
              <a:off x="1661691" y="4472750"/>
              <a:ext cx="1295797" cy="1575750"/>
              <a:chOff x="1661691" y="4472750"/>
              <a:chExt cx="1295797" cy="1575750"/>
            </a:xfrm>
          </p:grpSpPr>
          <p:pic>
            <p:nvPicPr>
              <p:cNvPr id="266" name="Google Shape;266;p22"/>
              <p:cNvPicPr preferRelativeResize="0"/>
              <p:nvPr/>
            </p:nvPicPr>
            <p:blipFill>
              <a:blip r:embed="rId12">
                <a:alphaModFix/>
              </a:blip>
              <a:stretch>
                <a:fillRect/>
              </a:stretch>
            </p:blipFill>
            <p:spPr>
              <a:xfrm flipH="1">
                <a:off x="1661691" y="4608500"/>
                <a:ext cx="1295797" cy="1440000"/>
              </a:xfrm>
              <a:prstGeom prst="rect">
                <a:avLst/>
              </a:prstGeom>
              <a:noFill/>
              <a:ln>
                <a:noFill/>
              </a:ln>
            </p:spPr>
          </p:pic>
          <p:sp>
            <p:nvSpPr>
              <p:cNvPr id="267" name="Google Shape;267;p22"/>
              <p:cNvSpPr txBox="1"/>
              <p:nvPr/>
            </p:nvSpPr>
            <p:spPr>
              <a:xfrm>
                <a:off x="1976575" y="447275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68"/>
        <p:cNvGrpSpPr/>
        <p:nvPr/>
      </p:nvGrpSpPr>
      <p:grpSpPr>
        <a:xfrm>
          <a:off x="0" y="0"/>
          <a:ext cx="0" cy="0"/>
          <a:chOff x="0" y="0"/>
          <a:chExt cx="0" cy="0"/>
        </a:xfrm>
      </p:grpSpPr>
      <p:pic>
        <p:nvPicPr>
          <p:cNvPr id="269" name="Google Shape;269;p23"/>
          <p:cNvPicPr preferRelativeResize="0"/>
          <p:nvPr/>
        </p:nvPicPr>
        <p:blipFill rotWithShape="1">
          <a:blip r:embed="rId2">
            <a:alphaModFix/>
          </a:blip>
          <a:srcRect/>
          <a:stretch/>
        </p:blipFill>
        <p:spPr>
          <a:xfrm>
            <a:off x="50" y="0"/>
            <a:ext cx="9144003" cy="5143501"/>
          </a:xfrm>
          <a:prstGeom prst="rect">
            <a:avLst/>
          </a:prstGeom>
          <a:noFill/>
          <a:ln>
            <a:noFill/>
          </a:ln>
        </p:spPr>
      </p:pic>
      <p:grpSp>
        <p:nvGrpSpPr>
          <p:cNvPr id="270" name="Google Shape;270;p23"/>
          <p:cNvGrpSpPr/>
          <p:nvPr/>
        </p:nvGrpSpPr>
        <p:grpSpPr>
          <a:xfrm>
            <a:off x="-436800" y="-1299500"/>
            <a:ext cx="9687113" cy="7515187"/>
            <a:chOff x="-436800" y="-1299500"/>
            <a:chExt cx="9687113" cy="7515187"/>
          </a:xfrm>
        </p:grpSpPr>
        <p:pic>
          <p:nvPicPr>
            <p:cNvPr id="271" name="Google Shape;271;p23"/>
            <p:cNvPicPr preferRelativeResize="0"/>
            <p:nvPr/>
          </p:nvPicPr>
          <p:blipFill>
            <a:blip r:embed="rId3">
              <a:alphaModFix/>
            </a:blip>
            <a:stretch>
              <a:fillRect/>
            </a:stretch>
          </p:blipFill>
          <p:spPr>
            <a:xfrm rot="-5400000" flipH="1">
              <a:off x="-1022475" y="-713825"/>
              <a:ext cx="2904851" cy="1733500"/>
            </a:xfrm>
            <a:prstGeom prst="rect">
              <a:avLst/>
            </a:prstGeom>
            <a:noFill/>
            <a:ln>
              <a:noFill/>
            </a:ln>
          </p:spPr>
        </p:pic>
        <p:grpSp>
          <p:nvGrpSpPr>
            <p:cNvPr id="272" name="Google Shape;272;p23"/>
            <p:cNvGrpSpPr/>
            <p:nvPr/>
          </p:nvGrpSpPr>
          <p:grpSpPr>
            <a:xfrm>
              <a:off x="7954516" y="-983600"/>
              <a:ext cx="1295797" cy="1644600"/>
              <a:chOff x="7954516" y="-983600"/>
              <a:chExt cx="1295797" cy="1644600"/>
            </a:xfrm>
          </p:grpSpPr>
          <p:pic>
            <p:nvPicPr>
              <p:cNvPr id="273" name="Google Shape;273;p23"/>
              <p:cNvPicPr preferRelativeResize="0"/>
              <p:nvPr/>
            </p:nvPicPr>
            <p:blipFill>
              <a:blip r:embed="rId4">
                <a:alphaModFix/>
              </a:blip>
              <a:stretch>
                <a:fillRect/>
              </a:stretch>
            </p:blipFill>
            <p:spPr>
              <a:xfrm flipH="1">
                <a:off x="7954516" y="-983600"/>
                <a:ext cx="1295797" cy="1440000"/>
              </a:xfrm>
              <a:prstGeom prst="rect">
                <a:avLst/>
              </a:prstGeom>
              <a:noFill/>
              <a:ln>
                <a:noFill/>
              </a:ln>
            </p:spPr>
          </p:pic>
          <p:sp>
            <p:nvSpPr>
              <p:cNvPr id="274" name="Google Shape;274;p23"/>
              <p:cNvSpPr txBox="1"/>
              <p:nvPr/>
            </p:nvSpPr>
            <p:spPr>
              <a:xfrm>
                <a:off x="8483725" y="21460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275" name="Google Shape;275;p23"/>
            <p:cNvPicPr preferRelativeResize="0"/>
            <p:nvPr/>
          </p:nvPicPr>
          <p:blipFill>
            <a:blip r:embed="rId5">
              <a:alphaModFix/>
            </a:blip>
            <a:stretch>
              <a:fillRect/>
            </a:stretch>
          </p:blipFill>
          <p:spPr>
            <a:xfrm rot="10800000" flipH="1">
              <a:off x="7502362" y="4213923"/>
              <a:ext cx="1611176" cy="2001764"/>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76"/>
        <p:cNvGrpSpPr/>
        <p:nvPr/>
      </p:nvGrpSpPr>
      <p:grpSpPr>
        <a:xfrm>
          <a:off x="0" y="0"/>
          <a:ext cx="0" cy="0"/>
          <a:chOff x="0" y="0"/>
          <a:chExt cx="0" cy="0"/>
        </a:xfrm>
      </p:grpSpPr>
      <p:pic>
        <p:nvPicPr>
          <p:cNvPr id="277" name="Google Shape;277;p24"/>
          <p:cNvPicPr preferRelativeResize="0"/>
          <p:nvPr/>
        </p:nvPicPr>
        <p:blipFill rotWithShape="1">
          <a:blip r:embed="rId2">
            <a:alphaModFix/>
          </a:blip>
          <a:srcRect/>
          <a:stretch/>
        </p:blipFill>
        <p:spPr>
          <a:xfrm>
            <a:off x="50" y="0"/>
            <a:ext cx="9144003" cy="5143501"/>
          </a:xfrm>
          <a:prstGeom prst="rect">
            <a:avLst/>
          </a:prstGeom>
          <a:noFill/>
          <a:ln>
            <a:noFill/>
          </a:ln>
        </p:spPr>
      </p:pic>
      <p:grpSp>
        <p:nvGrpSpPr>
          <p:cNvPr id="278" name="Google Shape;278;p24"/>
          <p:cNvGrpSpPr/>
          <p:nvPr/>
        </p:nvGrpSpPr>
        <p:grpSpPr>
          <a:xfrm>
            <a:off x="-746025" y="-1698524"/>
            <a:ext cx="11164650" cy="8340748"/>
            <a:chOff x="-746025" y="-1698524"/>
            <a:chExt cx="11164650" cy="8340748"/>
          </a:xfrm>
        </p:grpSpPr>
        <p:pic>
          <p:nvPicPr>
            <p:cNvPr id="279" name="Google Shape;279;p24"/>
            <p:cNvPicPr preferRelativeResize="0"/>
            <p:nvPr/>
          </p:nvPicPr>
          <p:blipFill>
            <a:blip r:embed="rId3">
              <a:alphaModFix/>
            </a:blip>
            <a:stretch>
              <a:fillRect/>
            </a:stretch>
          </p:blipFill>
          <p:spPr>
            <a:xfrm>
              <a:off x="-331475" y="-249400"/>
              <a:ext cx="922393" cy="784400"/>
            </a:xfrm>
            <a:prstGeom prst="rect">
              <a:avLst/>
            </a:prstGeom>
            <a:noFill/>
            <a:ln>
              <a:noFill/>
            </a:ln>
          </p:spPr>
        </p:pic>
        <p:pic>
          <p:nvPicPr>
            <p:cNvPr id="280" name="Google Shape;280;p24"/>
            <p:cNvPicPr preferRelativeResize="0"/>
            <p:nvPr/>
          </p:nvPicPr>
          <p:blipFill>
            <a:blip r:embed="rId4">
              <a:alphaModFix/>
            </a:blip>
            <a:stretch>
              <a:fillRect/>
            </a:stretch>
          </p:blipFill>
          <p:spPr>
            <a:xfrm>
              <a:off x="8424000" y="255523"/>
              <a:ext cx="1713300" cy="372539"/>
            </a:xfrm>
            <a:prstGeom prst="rect">
              <a:avLst/>
            </a:prstGeom>
            <a:noFill/>
            <a:ln>
              <a:noFill/>
            </a:ln>
          </p:spPr>
        </p:pic>
        <p:pic>
          <p:nvPicPr>
            <p:cNvPr id="281" name="Google Shape;281;p24"/>
            <p:cNvPicPr preferRelativeResize="0"/>
            <p:nvPr/>
          </p:nvPicPr>
          <p:blipFill>
            <a:blip r:embed="rId5">
              <a:alphaModFix/>
            </a:blip>
            <a:stretch>
              <a:fillRect/>
            </a:stretch>
          </p:blipFill>
          <p:spPr>
            <a:xfrm rot="-5400000">
              <a:off x="7978476" y="-1534322"/>
              <a:ext cx="2604351" cy="2275947"/>
            </a:xfrm>
            <a:prstGeom prst="rect">
              <a:avLst/>
            </a:prstGeom>
            <a:noFill/>
            <a:ln>
              <a:noFill/>
            </a:ln>
          </p:spPr>
        </p:pic>
        <p:pic>
          <p:nvPicPr>
            <p:cNvPr id="282" name="Google Shape;282;p24"/>
            <p:cNvPicPr preferRelativeResize="0"/>
            <p:nvPr/>
          </p:nvPicPr>
          <p:blipFill>
            <a:blip r:embed="rId5">
              <a:alphaModFix/>
            </a:blip>
            <a:stretch>
              <a:fillRect/>
            </a:stretch>
          </p:blipFill>
          <p:spPr>
            <a:xfrm rot="5400000">
              <a:off x="-891925" y="4474075"/>
              <a:ext cx="2314050" cy="2022250"/>
            </a:xfrm>
            <a:prstGeom prst="rect">
              <a:avLst/>
            </a:prstGeom>
            <a:noFill/>
            <a:ln>
              <a:noFill/>
            </a:ln>
          </p:spPr>
        </p:pic>
        <p:pic>
          <p:nvPicPr>
            <p:cNvPr id="283" name="Google Shape;283;p24"/>
            <p:cNvPicPr preferRelativeResize="0"/>
            <p:nvPr/>
          </p:nvPicPr>
          <p:blipFill>
            <a:blip r:embed="rId6">
              <a:alphaModFix/>
            </a:blip>
            <a:stretch>
              <a:fillRect/>
            </a:stretch>
          </p:blipFill>
          <p:spPr>
            <a:xfrm>
              <a:off x="8680625" y="4608500"/>
              <a:ext cx="819150" cy="72390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1pPr>
            <a:lvl2pPr marL="914400" lvl="1"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2pPr>
            <a:lvl3pPr marL="1371600" lvl="2"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3pPr>
            <a:lvl4pPr marL="1828800" lvl="3"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4pPr>
            <a:lvl5pPr marL="2286000" lvl="4"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5pPr>
            <a:lvl6pPr marL="2743200" lvl="5"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6pPr>
            <a:lvl7pPr marL="3200400" lvl="6"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7pPr>
            <a:lvl8pPr marL="3657600" lvl="7"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8pPr>
            <a:lvl9pPr marL="4114800" lvl="8"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18.jpg"/><Relationship Id="rId5" Type="http://schemas.openxmlformats.org/officeDocument/2006/relationships/image" Target="../media/image3.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hyperlink" Target="https://docs.google.com/presentation/u/0/?authuser=0&amp;usp=slides_web" TargetMode="External"/><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3.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5"/>
          <p:cNvSpPr txBox="1">
            <a:spLocks noGrp="1"/>
          </p:cNvSpPr>
          <p:nvPr>
            <p:ph type="ctrTitle"/>
          </p:nvPr>
        </p:nvSpPr>
        <p:spPr>
          <a:xfrm>
            <a:off x="1219700" y="972725"/>
            <a:ext cx="6704700" cy="231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200"/>
              <a:t>Martabak Hati</a:t>
            </a:r>
            <a:endParaRPr sz="6200"/>
          </a:p>
          <a:p>
            <a:pPr marL="0" lvl="0" indent="0" algn="ctr" rtl="0">
              <a:spcBef>
                <a:spcPts val="0"/>
              </a:spcBef>
              <a:spcAft>
                <a:spcPts val="0"/>
              </a:spcAft>
              <a:buNone/>
            </a:pPr>
            <a:r>
              <a:rPr lang="en" sz="2000" b="0"/>
              <a:t>-sesuai selera hatimu-</a:t>
            </a:r>
            <a:endParaRPr sz="2000" b="0"/>
          </a:p>
        </p:txBody>
      </p:sp>
      <p:cxnSp>
        <p:nvCxnSpPr>
          <p:cNvPr id="289" name="Google Shape;289;p25"/>
          <p:cNvCxnSpPr/>
          <p:nvPr/>
        </p:nvCxnSpPr>
        <p:spPr>
          <a:xfrm>
            <a:off x="2342625" y="3458971"/>
            <a:ext cx="4458600" cy="0"/>
          </a:xfrm>
          <a:prstGeom prst="straightConnector1">
            <a:avLst/>
          </a:prstGeom>
          <a:noFill/>
          <a:ln w="9525" cap="flat" cmpd="sng">
            <a:solidFill>
              <a:schemeClr val="dk1"/>
            </a:solidFill>
            <a:prstDash val="solid"/>
            <a:round/>
            <a:headEnd type="oval" w="med" len="med"/>
            <a:tailEnd type="oval"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6"/>
          <p:cNvSpPr txBox="1">
            <a:spLocks noGrp="1"/>
          </p:cNvSpPr>
          <p:nvPr>
            <p:ph type="title"/>
          </p:nvPr>
        </p:nvSpPr>
        <p:spPr>
          <a:xfrm>
            <a:off x="7962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295" name="Google Shape;295;p26"/>
          <p:cNvSpPr txBox="1">
            <a:spLocks noGrp="1"/>
          </p:cNvSpPr>
          <p:nvPr>
            <p:ph type="title" idx="2"/>
          </p:nvPr>
        </p:nvSpPr>
        <p:spPr>
          <a:xfrm>
            <a:off x="2523000" y="1405125"/>
            <a:ext cx="8331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96" name="Google Shape;296;p26"/>
          <p:cNvSpPr txBox="1">
            <a:spLocks noGrp="1"/>
          </p:cNvSpPr>
          <p:nvPr>
            <p:ph type="title" idx="3"/>
          </p:nvPr>
        </p:nvSpPr>
        <p:spPr>
          <a:xfrm>
            <a:off x="2523000" y="3143346"/>
            <a:ext cx="8331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97" name="Google Shape;297;p26"/>
          <p:cNvSpPr txBox="1">
            <a:spLocks noGrp="1"/>
          </p:cNvSpPr>
          <p:nvPr>
            <p:ph type="title" idx="4"/>
          </p:nvPr>
        </p:nvSpPr>
        <p:spPr>
          <a:xfrm>
            <a:off x="5831875" y="1405125"/>
            <a:ext cx="8331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98" name="Google Shape;298;p26"/>
          <p:cNvSpPr txBox="1">
            <a:spLocks noGrp="1"/>
          </p:cNvSpPr>
          <p:nvPr>
            <p:ph type="title" idx="6"/>
          </p:nvPr>
        </p:nvSpPr>
        <p:spPr>
          <a:xfrm>
            <a:off x="5864150" y="3081525"/>
            <a:ext cx="8331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99" name="Google Shape;299;p26"/>
          <p:cNvSpPr txBox="1">
            <a:spLocks noGrp="1"/>
          </p:cNvSpPr>
          <p:nvPr>
            <p:ph type="subTitle" idx="1"/>
          </p:nvPr>
        </p:nvSpPr>
        <p:spPr>
          <a:xfrm>
            <a:off x="1786800" y="2074325"/>
            <a:ext cx="2305500" cy="79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Filosofi Martabak</a:t>
            </a:r>
            <a:endParaRPr/>
          </a:p>
        </p:txBody>
      </p:sp>
      <p:sp>
        <p:nvSpPr>
          <p:cNvPr id="300" name="Google Shape;300;p26"/>
          <p:cNvSpPr txBox="1">
            <a:spLocks noGrp="1"/>
          </p:cNvSpPr>
          <p:nvPr>
            <p:ph type="subTitle" idx="8"/>
          </p:nvPr>
        </p:nvSpPr>
        <p:spPr>
          <a:xfrm>
            <a:off x="5095675" y="2074325"/>
            <a:ext cx="2305500" cy="79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Aspek Pemasaran</a:t>
            </a:r>
            <a:endParaRPr/>
          </a:p>
        </p:txBody>
      </p:sp>
      <p:sp>
        <p:nvSpPr>
          <p:cNvPr id="301" name="Google Shape;301;p26"/>
          <p:cNvSpPr txBox="1">
            <a:spLocks noGrp="1"/>
          </p:cNvSpPr>
          <p:nvPr>
            <p:ph type="subTitle" idx="9"/>
          </p:nvPr>
        </p:nvSpPr>
        <p:spPr>
          <a:xfrm>
            <a:off x="5127950" y="3750725"/>
            <a:ext cx="2305500" cy="79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Aspek SDM</a:t>
            </a:r>
            <a:endParaRPr/>
          </a:p>
        </p:txBody>
      </p:sp>
      <p:sp>
        <p:nvSpPr>
          <p:cNvPr id="302" name="Google Shape;302;p26"/>
          <p:cNvSpPr txBox="1">
            <a:spLocks noGrp="1"/>
          </p:cNvSpPr>
          <p:nvPr>
            <p:ph type="subTitle" idx="13"/>
          </p:nvPr>
        </p:nvSpPr>
        <p:spPr>
          <a:xfrm>
            <a:off x="1353825" y="3812600"/>
            <a:ext cx="3342000" cy="79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Aspek Teknis Operasi</a:t>
            </a:r>
            <a:endParaRPr/>
          </a:p>
        </p:txBody>
      </p:sp>
      <p:cxnSp>
        <p:nvCxnSpPr>
          <p:cNvPr id="303" name="Google Shape;303;p26"/>
          <p:cNvCxnSpPr/>
          <p:nvPr/>
        </p:nvCxnSpPr>
        <p:spPr>
          <a:xfrm>
            <a:off x="2616150" y="2005121"/>
            <a:ext cx="646800" cy="0"/>
          </a:xfrm>
          <a:prstGeom prst="straightConnector1">
            <a:avLst/>
          </a:prstGeom>
          <a:noFill/>
          <a:ln w="9525" cap="flat" cmpd="sng">
            <a:solidFill>
              <a:schemeClr val="dk1"/>
            </a:solidFill>
            <a:prstDash val="solid"/>
            <a:round/>
            <a:headEnd type="oval" w="med" len="med"/>
            <a:tailEnd type="oval" w="med" len="med"/>
          </a:ln>
        </p:spPr>
      </p:cxnSp>
      <p:cxnSp>
        <p:nvCxnSpPr>
          <p:cNvPr id="304" name="Google Shape;304;p26"/>
          <p:cNvCxnSpPr/>
          <p:nvPr/>
        </p:nvCxnSpPr>
        <p:spPr>
          <a:xfrm>
            <a:off x="2616150" y="37433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305" name="Google Shape;305;p26"/>
          <p:cNvCxnSpPr/>
          <p:nvPr/>
        </p:nvCxnSpPr>
        <p:spPr>
          <a:xfrm>
            <a:off x="5925025" y="2005121"/>
            <a:ext cx="646800" cy="0"/>
          </a:xfrm>
          <a:prstGeom prst="straightConnector1">
            <a:avLst/>
          </a:prstGeom>
          <a:noFill/>
          <a:ln w="9525" cap="flat" cmpd="sng">
            <a:solidFill>
              <a:schemeClr val="dk1"/>
            </a:solidFill>
            <a:prstDash val="solid"/>
            <a:round/>
            <a:headEnd type="oval" w="med" len="med"/>
            <a:tailEnd type="oval" w="med" len="med"/>
          </a:ln>
        </p:spPr>
      </p:cxnSp>
      <p:cxnSp>
        <p:nvCxnSpPr>
          <p:cNvPr id="306" name="Google Shape;306;p26"/>
          <p:cNvCxnSpPr/>
          <p:nvPr/>
        </p:nvCxnSpPr>
        <p:spPr>
          <a:xfrm>
            <a:off x="5957300" y="3681521"/>
            <a:ext cx="646800" cy="0"/>
          </a:xfrm>
          <a:prstGeom prst="straightConnector1">
            <a:avLst/>
          </a:prstGeom>
          <a:noFill/>
          <a:ln w="9525" cap="flat" cmpd="sng">
            <a:solidFill>
              <a:schemeClr val="dk1"/>
            </a:solidFill>
            <a:prstDash val="solid"/>
            <a:round/>
            <a:headEnd type="oval" w="med" len="med"/>
            <a:tailEnd type="oval" w="med" len="med"/>
          </a:ln>
        </p:spPr>
      </p:cxnSp>
      <p:pic>
        <p:nvPicPr>
          <p:cNvPr id="307" name="Google Shape;307;p26"/>
          <p:cNvPicPr preferRelativeResize="0"/>
          <p:nvPr/>
        </p:nvPicPr>
        <p:blipFill>
          <a:blip r:embed="rId3">
            <a:alphaModFix/>
          </a:blip>
          <a:stretch>
            <a:fillRect/>
          </a:stretch>
        </p:blipFill>
        <p:spPr>
          <a:xfrm rot="5400000">
            <a:off x="1059800" y="4263788"/>
            <a:ext cx="177925" cy="867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7"/>
          <p:cNvSpPr txBox="1">
            <a:spLocks noGrp="1"/>
          </p:cNvSpPr>
          <p:nvPr>
            <p:ph type="title"/>
          </p:nvPr>
        </p:nvSpPr>
        <p:spPr>
          <a:xfrm>
            <a:off x="2391900" y="3059400"/>
            <a:ext cx="4360200" cy="861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Filosofi Martabak</a:t>
            </a:r>
            <a:endParaRPr/>
          </a:p>
        </p:txBody>
      </p:sp>
      <p:sp>
        <p:nvSpPr>
          <p:cNvPr id="313" name="Google Shape;313;p27"/>
          <p:cNvSpPr txBox="1">
            <a:spLocks noGrp="1"/>
          </p:cNvSpPr>
          <p:nvPr>
            <p:ph type="title" idx="2"/>
          </p:nvPr>
        </p:nvSpPr>
        <p:spPr>
          <a:xfrm>
            <a:off x="4027150" y="1070695"/>
            <a:ext cx="1089900" cy="102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cxnSp>
        <p:nvCxnSpPr>
          <p:cNvPr id="314" name="Google Shape;314;p27"/>
          <p:cNvCxnSpPr/>
          <p:nvPr/>
        </p:nvCxnSpPr>
        <p:spPr>
          <a:xfrm>
            <a:off x="3664600" y="2149771"/>
            <a:ext cx="1815000" cy="0"/>
          </a:xfrm>
          <a:prstGeom prst="straightConnector1">
            <a:avLst/>
          </a:prstGeom>
          <a:noFill/>
          <a:ln w="9525" cap="flat" cmpd="sng">
            <a:solidFill>
              <a:schemeClr val="dk1"/>
            </a:solidFill>
            <a:prstDash val="solid"/>
            <a:round/>
            <a:headEnd type="oval" w="med" len="med"/>
            <a:tailEnd type="oval"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8"/>
          <p:cNvSpPr txBox="1">
            <a:spLocks noGrp="1"/>
          </p:cNvSpPr>
          <p:nvPr>
            <p:ph type="title"/>
          </p:nvPr>
        </p:nvSpPr>
        <p:spPr>
          <a:xfrm>
            <a:off x="855650" y="871775"/>
            <a:ext cx="4244400" cy="580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a:t>Martabak</a:t>
            </a:r>
            <a:endParaRPr sz="3000"/>
          </a:p>
        </p:txBody>
      </p:sp>
      <p:sp>
        <p:nvSpPr>
          <p:cNvPr id="320" name="Google Shape;320;p28"/>
          <p:cNvSpPr txBox="1">
            <a:spLocks noGrp="1"/>
          </p:cNvSpPr>
          <p:nvPr>
            <p:ph type="body" idx="1"/>
          </p:nvPr>
        </p:nvSpPr>
        <p:spPr>
          <a:xfrm>
            <a:off x="855650" y="1612800"/>
            <a:ext cx="4069800" cy="21939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900" b="1">
                <a:latin typeface="Arial"/>
                <a:ea typeface="Arial"/>
                <a:cs typeface="Arial"/>
                <a:sym typeface="Arial"/>
              </a:rPr>
              <a:t>Martabak</a:t>
            </a:r>
            <a:r>
              <a:rPr lang="en" sz="1900">
                <a:latin typeface="Arial"/>
                <a:ea typeface="Arial"/>
                <a:cs typeface="Arial"/>
                <a:sym typeface="Arial"/>
              </a:rPr>
              <a:t> adalah salah satu kuliner khas Indonesia yang sangat populer. Martabak terdiri dari dua jenis, yaitu:</a:t>
            </a:r>
            <a:endParaRPr sz="1900">
              <a:latin typeface="Arial"/>
              <a:ea typeface="Arial"/>
              <a:cs typeface="Arial"/>
              <a:sym typeface="Arial"/>
            </a:endParaRPr>
          </a:p>
          <a:p>
            <a:pPr marL="457200" lvl="0" indent="-349250" algn="just" rtl="0">
              <a:spcBef>
                <a:spcPts val="0"/>
              </a:spcBef>
              <a:spcAft>
                <a:spcPts val="0"/>
              </a:spcAft>
              <a:buSzPts val="1900"/>
              <a:buFont typeface="Arial"/>
              <a:buChar char="-"/>
            </a:pPr>
            <a:r>
              <a:rPr lang="en" sz="1900">
                <a:latin typeface="Arial"/>
                <a:ea typeface="Arial"/>
                <a:cs typeface="Arial"/>
                <a:sym typeface="Arial"/>
              </a:rPr>
              <a:t>Martabak Manis</a:t>
            </a:r>
            <a:endParaRPr sz="1900">
              <a:latin typeface="Arial"/>
              <a:ea typeface="Arial"/>
              <a:cs typeface="Arial"/>
              <a:sym typeface="Arial"/>
            </a:endParaRPr>
          </a:p>
          <a:p>
            <a:pPr marL="457200" lvl="0" indent="-349250" algn="just" rtl="0">
              <a:spcBef>
                <a:spcPts val="0"/>
              </a:spcBef>
              <a:spcAft>
                <a:spcPts val="0"/>
              </a:spcAft>
              <a:buSzPts val="1900"/>
              <a:buFont typeface="Arial"/>
              <a:buChar char="-"/>
            </a:pPr>
            <a:r>
              <a:rPr lang="en" sz="1900">
                <a:latin typeface="Arial"/>
                <a:ea typeface="Arial"/>
                <a:cs typeface="Arial"/>
                <a:sym typeface="Arial"/>
              </a:rPr>
              <a:t>Martabak Telur</a:t>
            </a:r>
            <a:endParaRPr sz="1900">
              <a:latin typeface="Arial"/>
              <a:ea typeface="Arial"/>
              <a:cs typeface="Arial"/>
              <a:sym typeface="Arial"/>
            </a:endParaRPr>
          </a:p>
          <a:p>
            <a:pPr marL="457200" lvl="0" indent="0" algn="just" rtl="0">
              <a:spcBef>
                <a:spcPts val="0"/>
              </a:spcBef>
              <a:spcAft>
                <a:spcPts val="0"/>
              </a:spcAft>
              <a:buNone/>
            </a:pPr>
            <a:endParaRPr sz="1900">
              <a:latin typeface="Arial"/>
              <a:ea typeface="Arial"/>
              <a:cs typeface="Arial"/>
              <a:sym typeface="Arial"/>
            </a:endParaRPr>
          </a:p>
          <a:p>
            <a:pPr marL="0" lvl="0" indent="0" algn="just" rtl="0">
              <a:spcBef>
                <a:spcPts val="0"/>
              </a:spcBef>
              <a:spcAft>
                <a:spcPts val="0"/>
              </a:spcAft>
              <a:buNone/>
            </a:pPr>
            <a:endParaRPr sz="1900">
              <a:latin typeface="Arial"/>
              <a:ea typeface="Arial"/>
              <a:cs typeface="Arial"/>
              <a:sym typeface="Arial"/>
            </a:endParaRPr>
          </a:p>
        </p:txBody>
      </p:sp>
      <p:pic>
        <p:nvPicPr>
          <p:cNvPr id="321" name="Google Shape;321;p28"/>
          <p:cNvPicPr preferRelativeResize="0"/>
          <p:nvPr/>
        </p:nvPicPr>
        <p:blipFill rotWithShape="1">
          <a:blip r:embed="rId3">
            <a:alphaModFix/>
          </a:blip>
          <a:srcRect t="7632" b="3714"/>
          <a:stretch/>
        </p:blipFill>
        <p:spPr>
          <a:xfrm>
            <a:off x="5826400" y="432650"/>
            <a:ext cx="2474876" cy="2194000"/>
          </a:xfrm>
          <a:prstGeom prst="rect">
            <a:avLst/>
          </a:prstGeom>
          <a:noFill/>
          <a:ln>
            <a:noFill/>
          </a:ln>
        </p:spPr>
      </p:pic>
      <p:pic>
        <p:nvPicPr>
          <p:cNvPr id="322" name="Google Shape;322;p28"/>
          <p:cNvPicPr preferRelativeResize="0"/>
          <p:nvPr/>
        </p:nvPicPr>
        <p:blipFill>
          <a:blip r:embed="rId4">
            <a:alphaModFix/>
          </a:blip>
          <a:stretch>
            <a:fillRect/>
          </a:stretch>
        </p:blipFill>
        <p:spPr>
          <a:xfrm>
            <a:off x="5826400" y="2772900"/>
            <a:ext cx="2448705" cy="1990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9"/>
          <p:cNvSpPr txBox="1">
            <a:spLocks noGrp="1"/>
          </p:cNvSpPr>
          <p:nvPr>
            <p:ph type="title"/>
          </p:nvPr>
        </p:nvSpPr>
        <p:spPr>
          <a:xfrm>
            <a:off x="356750" y="624775"/>
            <a:ext cx="4244400" cy="58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Martabak Manis</a:t>
            </a:r>
            <a:endParaRPr sz="3000"/>
          </a:p>
        </p:txBody>
      </p:sp>
      <p:sp>
        <p:nvSpPr>
          <p:cNvPr id="328" name="Google Shape;328;p29"/>
          <p:cNvSpPr txBox="1">
            <a:spLocks noGrp="1"/>
          </p:cNvSpPr>
          <p:nvPr>
            <p:ph type="body" idx="1"/>
          </p:nvPr>
        </p:nvSpPr>
        <p:spPr>
          <a:xfrm>
            <a:off x="356750" y="1455450"/>
            <a:ext cx="4743300" cy="2385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900">
                <a:latin typeface="Arial"/>
                <a:ea typeface="Arial"/>
                <a:cs typeface="Arial"/>
                <a:sym typeface="Arial"/>
              </a:rPr>
              <a:t>Martabak manis atau yang aslinya bernama Hok Lo Pan awalnya meraih kepopulerannya di kota Bandung yang diperkenalkan pertama kali di tahun 1950 oleh seorang perantau bernama Hioe Kiew Sem dari daerah Jebus, Pulau Bangka. </a:t>
            </a:r>
            <a:endParaRPr sz="1900">
              <a:latin typeface="Arial"/>
              <a:ea typeface="Arial"/>
              <a:cs typeface="Arial"/>
              <a:sym typeface="Arial"/>
            </a:endParaRPr>
          </a:p>
        </p:txBody>
      </p:sp>
      <p:pic>
        <p:nvPicPr>
          <p:cNvPr id="329" name="Google Shape;329;p29"/>
          <p:cNvPicPr preferRelativeResize="0"/>
          <p:nvPr/>
        </p:nvPicPr>
        <p:blipFill rotWithShape="1">
          <a:blip r:embed="rId3">
            <a:alphaModFix/>
          </a:blip>
          <a:srcRect l="7000" r="11791" b="7381"/>
          <a:stretch/>
        </p:blipFill>
        <p:spPr>
          <a:xfrm>
            <a:off x="5317875" y="1455425"/>
            <a:ext cx="3637250" cy="23850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0"/>
          <p:cNvSpPr txBox="1">
            <a:spLocks noGrp="1"/>
          </p:cNvSpPr>
          <p:nvPr>
            <p:ph type="title"/>
          </p:nvPr>
        </p:nvSpPr>
        <p:spPr>
          <a:xfrm>
            <a:off x="356750" y="624775"/>
            <a:ext cx="4244400" cy="58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Martabak Asin</a:t>
            </a:r>
            <a:endParaRPr sz="3000"/>
          </a:p>
        </p:txBody>
      </p:sp>
      <p:sp>
        <p:nvSpPr>
          <p:cNvPr id="335" name="Google Shape;335;p30"/>
          <p:cNvSpPr txBox="1">
            <a:spLocks noGrp="1"/>
          </p:cNvSpPr>
          <p:nvPr>
            <p:ph type="body" idx="1"/>
          </p:nvPr>
        </p:nvSpPr>
        <p:spPr>
          <a:xfrm>
            <a:off x="356750" y="1437900"/>
            <a:ext cx="4743300" cy="25725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900">
                <a:latin typeface="Arial"/>
                <a:ea typeface="Arial"/>
                <a:cs typeface="Arial"/>
                <a:sym typeface="Arial"/>
              </a:rPr>
              <a:t>Martabak asin pertama kali diperkenalkan di Indonesia oleh seorang pemuda India bernama Abdullah bin Hasan Almalibary sekitar tahun 1930-an yang bertemu dengan seorang pemuda Tegal keturunan Arab bernama Ahmad bin Kyai Abdul Karim di Semarang yang berkolaborasi mengembangkan resep martabak asin.</a:t>
            </a:r>
            <a:endParaRPr sz="1900">
              <a:latin typeface="Arial"/>
              <a:ea typeface="Arial"/>
              <a:cs typeface="Arial"/>
              <a:sym typeface="Arial"/>
            </a:endParaRPr>
          </a:p>
        </p:txBody>
      </p:sp>
      <p:pic>
        <p:nvPicPr>
          <p:cNvPr id="336" name="Google Shape;336;p30"/>
          <p:cNvPicPr preferRelativeResize="0"/>
          <p:nvPr/>
        </p:nvPicPr>
        <p:blipFill>
          <a:blip r:embed="rId3">
            <a:alphaModFix/>
          </a:blip>
          <a:stretch>
            <a:fillRect/>
          </a:stretch>
        </p:blipFill>
        <p:spPr>
          <a:xfrm>
            <a:off x="5310550" y="1477138"/>
            <a:ext cx="3739150" cy="24940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1"/>
          <p:cNvSpPr txBox="1">
            <a:spLocks noGrp="1"/>
          </p:cNvSpPr>
          <p:nvPr>
            <p:ph type="title"/>
          </p:nvPr>
        </p:nvSpPr>
        <p:spPr>
          <a:xfrm>
            <a:off x="2391900" y="3059400"/>
            <a:ext cx="4360200" cy="861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Aspek Pemasaran</a:t>
            </a:r>
            <a:endParaRPr/>
          </a:p>
        </p:txBody>
      </p:sp>
      <p:sp>
        <p:nvSpPr>
          <p:cNvPr id="342" name="Google Shape;342;p31"/>
          <p:cNvSpPr txBox="1">
            <a:spLocks noGrp="1"/>
          </p:cNvSpPr>
          <p:nvPr>
            <p:ph type="title" idx="2"/>
          </p:nvPr>
        </p:nvSpPr>
        <p:spPr>
          <a:xfrm>
            <a:off x="4027150" y="1070695"/>
            <a:ext cx="1089900" cy="102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cxnSp>
        <p:nvCxnSpPr>
          <p:cNvPr id="343" name="Google Shape;343;p31"/>
          <p:cNvCxnSpPr/>
          <p:nvPr/>
        </p:nvCxnSpPr>
        <p:spPr>
          <a:xfrm>
            <a:off x="3664600" y="2149771"/>
            <a:ext cx="1815000" cy="0"/>
          </a:xfrm>
          <a:prstGeom prst="straightConnector1">
            <a:avLst/>
          </a:prstGeom>
          <a:noFill/>
          <a:ln w="9525" cap="flat" cmpd="sng">
            <a:solidFill>
              <a:schemeClr val="dk1"/>
            </a:solidFill>
            <a:prstDash val="solid"/>
            <a:round/>
            <a:headEnd type="oval" w="med" len="med"/>
            <a:tailEnd type="oval"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2"/>
          <p:cNvSpPr txBox="1">
            <a:spLocks noGrp="1"/>
          </p:cNvSpPr>
          <p:nvPr>
            <p:ph type="subTitle" idx="1"/>
          </p:nvPr>
        </p:nvSpPr>
        <p:spPr>
          <a:xfrm>
            <a:off x="720050" y="1414125"/>
            <a:ext cx="24900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Segmenting</a:t>
            </a:r>
            <a:endParaRPr/>
          </a:p>
        </p:txBody>
      </p:sp>
      <p:sp>
        <p:nvSpPr>
          <p:cNvPr id="349" name="Google Shape;349;p32"/>
          <p:cNvSpPr txBox="1">
            <a:spLocks noGrp="1"/>
          </p:cNvSpPr>
          <p:nvPr>
            <p:ph type="subTitle" idx="5"/>
          </p:nvPr>
        </p:nvSpPr>
        <p:spPr>
          <a:xfrm>
            <a:off x="3327023" y="1414125"/>
            <a:ext cx="24900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Targeting</a:t>
            </a:r>
            <a:endParaRPr/>
          </a:p>
        </p:txBody>
      </p:sp>
      <p:sp>
        <p:nvSpPr>
          <p:cNvPr id="350" name="Google Shape;350;p32"/>
          <p:cNvSpPr txBox="1">
            <a:spLocks noGrp="1"/>
          </p:cNvSpPr>
          <p:nvPr>
            <p:ph type="subTitle" idx="6"/>
          </p:nvPr>
        </p:nvSpPr>
        <p:spPr>
          <a:xfrm>
            <a:off x="5934000" y="1414125"/>
            <a:ext cx="24900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Positioning</a:t>
            </a:r>
            <a:endParaRPr/>
          </a:p>
        </p:txBody>
      </p:sp>
      <p:sp>
        <p:nvSpPr>
          <p:cNvPr id="351" name="Google Shape;351;p32"/>
          <p:cNvSpPr txBox="1">
            <a:spLocks noGrp="1"/>
          </p:cNvSpPr>
          <p:nvPr>
            <p:ph type="title"/>
          </p:nvPr>
        </p:nvSpPr>
        <p:spPr>
          <a:xfrm>
            <a:off x="720000" y="64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STP</a:t>
            </a:r>
            <a:endParaRPr/>
          </a:p>
        </p:txBody>
      </p:sp>
      <p:sp>
        <p:nvSpPr>
          <p:cNvPr id="352" name="Google Shape;352;p32"/>
          <p:cNvSpPr txBox="1">
            <a:spLocks noGrp="1"/>
          </p:cNvSpPr>
          <p:nvPr>
            <p:ph type="subTitle" idx="2"/>
          </p:nvPr>
        </p:nvSpPr>
        <p:spPr>
          <a:xfrm>
            <a:off x="334175" y="1925600"/>
            <a:ext cx="2992800" cy="29820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b="1" dirty="0"/>
              <a:t>Geografis: </a:t>
            </a:r>
            <a:r>
              <a:rPr lang="en" sz="1700" b="1" dirty="0">
                <a:latin typeface="Albert Sans"/>
                <a:ea typeface="Albert Sans"/>
                <a:cs typeface="Albert Sans"/>
                <a:sym typeface="Albert Sans"/>
              </a:rPr>
              <a:t> </a:t>
            </a:r>
            <a:r>
              <a:rPr lang="en" sz="1500" dirty="0"/>
              <a:t>Kota Jakarta Barat daerah kampus dekat kos-kosan.</a:t>
            </a:r>
            <a:endParaRPr sz="1500" dirty="0"/>
          </a:p>
          <a:p>
            <a:pPr marL="457200" lvl="0" indent="-323850" algn="just" rtl="0">
              <a:spcBef>
                <a:spcPts val="0"/>
              </a:spcBef>
              <a:spcAft>
                <a:spcPts val="0"/>
              </a:spcAft>
              <a:buSzPts val="1500"/>
              <a:buChar char="-"/>
            </a:pPr>
            <a:r>
              <a:rPr lang="en" sz="1500" b="1" dirty="0"/>
              <a:t>Demografis: </a:t>
            </a:r>
            <a:r>
              <a:rPr lang="en" sz="1500" dirty="0"/>
              <a:t>Segala gender (laki-laki dan perempuan) dan segala usia (anak-anak hingga dewasa)</a:t>
            </a:r>
            <a:endParaRPr sz="1500" dirty="0"/>
          </a:p>
          <a:p>
            <a:pPr marL="457200" lvl="0" indent="-323850" algn="l" rtl="0">
              <a:spcBef>
                <a:spcPts val="0"/>
              </a:spcBef>
              <a:spcAft>
                <a:spcPts val="0"/>
              </a:spcAft>
              <a:buSzPts val="1500"/>
              <a:buChar char="-"/>
            </a:pPr>
            <a:r>
              <a:rPr lang="en" sz="1500" b="1" dirty="0"/>
              <a:t>Psikologis: </a:t>
            </a:r>
            <a:r>
              <a:rPr lang="en" sz="1500" dirty="0"/>
              <a:t>semua kalangan yang menginginkan keunikan dalam rasa martabak</a:t>
            </a:r>
            <a:endParaRPr sz="1500" dirty="0"/>
          </a:p>
          <a:p>
            <a:pPr marL="457200" lvl="0" indent="-323850" algn="l" rtl="0">
              <a:spcBef>
                <a:spcPts val="0"/>
              </a:spcBef>
              <a:spcAft>
                <a:spcPts val="0"/>
              </a:spcAft>
              <a:buSzPts val="1500"/>
              <a:buChar char="-"/>
            </a:pPr>
            <a:r>
              <a:rPr lang="en" sz="1500" b="1" dirty="0"/>
              <a:t>Behavior:</a:t>
            </a:r>
            <a:r>
              <a:rPr lang="en" sz="1500" dirty="0"/>
              <a:t> Halal dan suka rasa yang unik</a:t>
            </a:r>
            <a:endParaRPr sz="1500" dirty="0"/>
          </a:p>
        </p:txBody>
      </p:sp>
      <p:sp>
        <p:nvSpPr>
          <p:cNvPr id="353" name="Google Shape;353;p32"/>
          <p:cNvSpPr txBox="1">
            <a:spLocks noGrp="1"/>
          </p:cNvSpPr>
          <p:nvPr>
            <p:ph type="subTitle" idx="3"/>
          </p:nvPr>
        </p:nvSpPr>
        <p:spPr>
          <a:xfrm>
            <a:off x="3327025" y="1772625"/>
            <a:ext cx="2607000" cy="32112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None/>
            </a:pPr>
            <a:r>
              <a:rPr lang="en" sz="1500"/>
              <a:t>Target usaha berfokus kepada siapa saja yang tertarik dalam menikmati </a:t>
            </a:r>
            <a:r>
              <a:rPr lang="en" sz="1500" b="1"/>
              <a:t>martabak manis atau asin</a:t>
            </a:r>
            <a:r>
              <a:rPr lang="en" sz="1500"/>
              <a:t> baik dari </a:t>
            </a:r>
            <a:r>
              <a:rPr lang="en" sz="1500" b="1"/>
              <a:t>segala usia </a:t>
            </a:r>
            <a:r>
              <a:rPr lang="en" sz="1500"/>
              <a:t>(anak-anak dan remaja serta orang dewasa)</a:t>
            </a:r>
            <a:r>
              <a:rPr lang="en" sz="1500" b="1"/>
              <a:t> dan juga gender</a:t>
            </a:r>
            <a:r>
              <a:rPr lang="en" sz="1500"/>
              <a:t> (laki-laki/ perempuan) dengan </a:t>
            </a:r>
            <a:r>
              <a:rPr lang="en" sz="1500" b="1"/>
              <a:t>citarasa yang unik, bervariasi, dan halal yang berlokasi di Tanjung Duren Jakarta Barat</a:t>
            </a:r>
            <a:endParaRPr sz="1500"/>
          </a:p>
        </p:txBody>
      </p:sp>
      <p:sp>
        <p:nvSpPr>
          <p:cNvPr id="354" name="Google Shape;354;p32"/>
          <p:cNvSpPr txBox="1">
            <a:spLocks noGrp="1"/>
          </p:cNvSpPr>
          <p:nvPr>
            <p:ph type="subTitle" idx="4"/>
          </p:nvPr>
        </p:nvSpPr>
        <p:spPr>
          <a:xfrm>
            <a:off x="6125400" y="1773200"/>
            <a:ext cx="2607000" cy="28947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1500"/>
              <a:t>Sebagai penyedia martabak dengan </a:t>
            </a:r>
            <a:r>
              <a:rPr lang="en" sz="1500" b="1"/>
              <a:t>kualitas tinggi</a:t>
            </a:r>
            <a:r>
              <a:rPr lang="en" sz="1500"/>
              <a:t> serta </a:t>
            </a:r>
            <a:r>
              <a:rPr lang="en" sz="1500" b="1"/>
              <a:t>beragam pilihan rasa</a:t>
            </a:r>
            <a:r>
              <a:rPr lang="en" sz="1500"/>
              <a:t> untuk memenuhi selera pelanggan. Menonjolkan </a:t>
            </a:r>
            <a:r>
              <a:rPr lang="en" sz="1500" b="1"/>
              <a:t>keunikan dan kualitas bahan-bahan</a:t>
            </a:r>
            <a:r>
              <a:rPr lang="en" sz="1500"/>
              <a:t> yang digunakan serta memberikan pelayanan yang </a:t>
            </a:r>
            <a:r>
              <a:rPr lang="en" sz="1500" b="1"/>
              <a:t>cepat dan ramah</a:t>
            </a:r>
            <a:r>
              <a:rPr lang="en" sz="1500"/>
              <a:t>.</a:t>
            </a:r>
            <a:endParaRPr sz="1500"/>
          </a:p>
          <a:p>
            <a:pPr marL="0" lvl="0" indent="0" algn="ctr" rtl="0">
              <a:spcBef>
                <a:spcPts val="1200"/>
              </a:spcBef>
              <a:spcAft>
                <a:spcPts val="0"/>
              </a:spcAft>
              <a:buNone/>
            </a:pPr>
            <a:endParaRPr sz="1500"/>
          </a:p>
        </p:txBody>
      </p:sp>
      <p:cxnSp>
        <p:nvCxnSpPr>
          <p:cNvPr id="355" name="Google Shape;355;p32"/>
          <p:cNvCxnSpPr/>
          <p:nvPr/>
        </p:nvCxnSpPr>
        <p:spPr>
          <a:xfrm>
            <a:off x="1641650" y="13937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356" name="Google Shape;356;p32"/>
          <p:cNvCxnSpPr/>
          <p:nvPr/>
        </p:nvCxnSpPr>
        <p:spPr>
          <a:xfrm>
            <a:off x="4248600" y="13937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357" name="Google Shape;357;p32"/>
          <p:cNvCxnSpPr/>
          <p:nvPr/>
        </p:nvCxnSpPr>
        <p:spPr>
          <a:xfrm>
            <a:off x="6855550" y="1393746"/>
            <a:ext cx="646800" cy="0"/>
          </a:xfrm>
          <a:prstGeom prst="straightConnector1">
            <a:avLst/>
          </a:prstGeom>
          <a:noFill/>
          <a:ln w="9525" cap="flat" cmpd="sng">
            <a:solidFill>
              <a:schemeClr val="dk1"/>
            </a:solidFill>
            <a:prstDash val="solid"/>
            <a:round/>
            <a:headEnd type="oval" w="med" len="med"/>
            <a:tailEnd type="oval" w="med" len="med"/>
          </a:ln>
        </p:spPr>
      </p:cxnSp>
      <p:grpSp>
        <p:nvGrpSpPr>
          <p:cNvPr id="358" name="Google Shape;358;p32"/>
          <p:cNvGrpSpPr/>
          <p:nvPr/>
        </p:nvGrpSpPr>
        <p:grpSpPr>
          <a:xfrm>
            <a:off x="4401901" y="873785"/>
            <a:ext cx="340204" cy="298116"/>
            <a:chOff x="899850" y="871450"/>
            <a:chExt cx="483175" cy="423400"/>
          </a:xfrm>
        </p:grpSpPr>
        <p:sp>
          <p:nvSpPr>
            <p:cNvPr id="359" name="Google Shape;359;p32"/>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0" name="Google Shape;360;p32"/>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1" name="Google Shape;361;p32"/>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2" name="Google Shape;362;p32"/>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63" name="Google Shape;363;p32"/>
          <p:cNvSpPr/>
          <p:nvPr/>
        </p:nvSpPr>
        <p:spPr>
          <a:xfrm>
            <a:off x="7009330" y="863786"/>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364" name="Google Shape;364;p32"/>
          <p:cNvGrpSpPr/>
          <p:nvPr/>
        </p:nvGrpSpPr>
        <p:grpSpPr>
          <a:xfrm>
            <a:off x="1829302" y="853541"/>
            <a:ext cx="305386" cy="338602"/>
            <a:chOff x="3300325" y="249875"/>
            <a:chExt cx="433725" cy="480900"/>
          </a:xfrm>
        </p:grpSpPr>
        <p:sp>
          <p:nvSpPr>
            <p:cNvPr id="365" name="Google Shape;365;p32"/>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6" name="Google Shape;366;p32"/>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7" name="Google Shape;367;p32"/>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8" name="Google Shape;368;p32"/>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9" name="Google Shape;369;p32"/>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0" name="Google Shape;370;p32"/>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3"/>
          <p:cNvSpPr txBox="1">
            <a:spLocks noGrp="1"/>
          </p:cNvSpPr>
          <p:nvPr>
            <p:ph type="subTitle" idx="2"/>
          </p:nvPr>
        </p:nvSpPr>
        <p:spPr>
          <a:xfrm>
            <a:off x="98475" y="1375175"/>
            <a:ext cx="2666700" cy="335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a:t>Memiliki varian rasa yang beragam:</a:t>
            </a:r>
            <a:endParaRPr sz="1300"/>
          </a:p>
          <a:p>
            <a:pPr marL="0" lvl="0" indent="0" algn="ctr" rtl="0">
              <a:spcBef>
                <a:spcPts val="0"/>
              </a:spcBef>
              <a:spcAft>
                <a:spcPts val="0"/>
              </a:spcAft>
              <a:buNone/>
            </a:pPr>
            <a:r>
              <a:rPr lang="en" sz="1300"/>
              <a:t>Manis dan asin gurih.</a:t>
            </a:r>
            <a:endParaRPr sz="1300"/>
          </a:p>
          <a:p>
            <a:pPr marL="0" lvl="0" indent="0" algn="ctr" rtl="0">
              <a:spcBef>
                <a:spcPts val="0"/>
              </a:spcBef>
              <a:spcAft>
                <a:spcPts val="0"/>
              </a:spcAft>
              <a:buNone/>
            </a:pPr>
            <a:endParaRPr sz="1300"/>
          </a:p>
          <a:p>
            <a:pPr marL="0" lvl="0" indent="0" algn="ctr" rtl="0">
              <a:spcBef>
                <a:spcPts val="1000"/>
              </a:spcBef>
              <a:spcAft>
                <a:spcPts val="0"/>
              </a:spcAft>
              <a:buNone/>
            </a:pPr>
            <a:r>
              <a:rPr lang="en" sz="1300" b="1"/>
              <a:t>Martabak manis:</a:t>
            </a:r>
            <a:endParaRPr sz="1300" b="1"/>
          </a:p>
          <a:p>
            <a:pPr marL="0" lvl="0" indent="0" algn="ctr" rtl="0">
              <a:lnSpc>
                <a:spcPct val="100000"/>
              </a:lnSpc>
              <a:spcBef>
                <a:spcPts val="1000"/>
              </a:spcBef>
              <a:spcAft>
                <a:spcPts val="0"/>
              </a:spcAft>
              <a:buNone/>
            </a:pPr>
            <a:r>
              <a:rPr lang="en" sz="1300"/>
              <a:t>- topping buah-buahan</a:t>
            </a:r>
            <a:endParaRPr sz="1300"/>
          </a:p>
          <a:p>
            <a:pPr marL="0" lvl="0" indent="0" algn="ctr" rtl="0">
              <a:lnSpc>
                <a:spcPct val="100000"/>
              </a:lnSpc>
              <a:spcBef>
                <a:spcPts val="0"/>
              </a:spcBef>
              <a:spcAft>
                <a:spcPts val="0"/>
              </a:spcAft>
              <a:buNone/>
            </a:pPr>
            <a:r>
              <a:rPr lang="en" sz="1300"/>
              <a:t>- ukuran jumbo</a:t>
            </a:r>
            <a:endParaRPr sz="1300"/>
          </a:p>
          <a:p>
            <a:pPr marL="0" lvl="0" indent="0" algn="ctr" rtl="0">
              <a:lnSpc>
                <a:spcPct val="100000"/>
              </a:lnSpc>
              <a:spcBef>
                <a:spcPts val="0"/>
              </a:spcBef>
              <a:spcAft>
                <a:spcPts val="0"/>
              </a:spcAft>
              <a:buNone/>
            </a:pPr>
            <a:r>
              <a:rPr lang="en" sz="1300" b="1"/>
              <a:t>- </a:t>
            </a:r>
            <a:r>
              <a:rPr lang="en" sz="1300"/>
              <a:t>disajikan dengan minuman segar</a:t>
            </a:r>
            <a:endParaRPr sz="1300"/>
          </a:p>
          <a:p>
            <a:pPr marL="0" lvl="0" indent="0" algn="ctr" rtl="0">
              <a:lnSpc>
                <a:spcPct val="100000"/>
              </a:lnSpc>
              <a:spcBef>
                <a:spcPts val="0"/>
              </a:spcBef>
              <a:spcAft>
                <a:spcPts val="0"/>
              </a:spcAft>
              <a:buNone/>
            </a:pPr>
            <a:endParaRPr sz="1300"/>
          </a:p>
          <a:p>
            <a:pPr marL="0" lvl="0" indent="0" algn="ctr" rtl="0">
              <a:lnSpc>
                <a:spcPct val="115000"/>
              </a:lnSpc>
              <a:spcBef>
                <a:spcPts val="1200"/>
              </a:spcBef>
              <a:spcAft>
                <a:spcPts val="0"/>
              </a:spcAft>
              <a:buNone/>
            </a:pPr>
            <a:r>
              <a:rPr lang="en" sz="1300" b="1"/>
              <a:t>Martabak asin:</a:t>
            </a:r>
            <a:endParaRPr sz="1300" b="1"/>
          </a:p>
          <a:p>
            <a:pPr marL="0" lvl="0" indent="0" algn="ctr" rtl="0">
              <a:lnSpc>
                <a:spcPct val="115000"/>
              </a:lnSpc>
              <a:spcBef>
                <a:spcPts val="1200"/>
              </a:spcBef>
              <a:spcAft>
                <a:spcPts val="0"/>
              </a:spcAft>
              <a:buNone/>
            </a:pPr>
            <a:r>
              <a:rPr lang="en" sz="1300"/>
              <a:t>- topping daging sapi wagyu</a:t>
            </a:r>
            <a:endParaRPr sz="1300"/>
          </a:p>
          <a:p>
            <a:pPr marL="0" lvl="0" indent="0" algn="ctr" rtl="0">
              <a:lnSpc>
                <a:spcPct val="115000"/>
              </a:lnSpc>
              <a:spcBef>
                <a:spcPts val="0"/>
              </a:spcBef>
              <a:spcAft>
                <a:spcPts val="0"/>
              </a:spcAft>
              <a:buNone/>
            </a:pPr>
            <a:r>
              <a:rPr lang="en" sz="1300"/>
              <a:t>- dimasak dengan metode khusus</a:t>
            </a:r>
            <a:endParaRPr sz="1300"/>
          </a:p>
          <a:p>
            <a:pPr marL="0" lvl="0" indent="0" algn="ctr" rtl="0">
              <a:spcBef>
                <a:spcPts val="0"/>
              </a:spcBef>
              <a:spcAft>
                <a:spcPts val="0"/>
              </a:spcAft>
              <a:buNone/>
            </a:pPr>
            <a:endParaRPr sz="1300"/>
          </a:p>
        </p:txBody>
      </p:sp>
      <p:sp>
        <p:nvSpPr>
          <p:cNvPr id="376" name="Google Shape;376;p33"/>
          <p:cNvSpPr txBox="1">
            <a:spLocks noGrp="1"/>
          </p:cNvSpPr>
          <p:nvPr>
            <p:ph type="title"/>
          </p:nvPr>
        </p:nvSpPr>
        <p:spPr>
          <a:xfrm>
            <a:off x="720000" y="637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Diferensiasi</a:t>
            </a:r>
            <a:endParaRPr/>
          </a:p>
        </p:txBody>
      </p:sp>
      <p:sp>
        <p:nvSpPr>
          <p:cNvPr id="377" name="Google Shape;377;p33"/>
          <p:cNvSpPr txBox="1">
            <a:spLocks noGrp="1"/>
          </p:cNvSpPr>
          <p:nvPr>
            <p:ph type="subTitle" idx="1"/>
          </p:nvPr>
        </p:nvSpPr>
        <p:spPr>
          <a:xfrm>
            <a:off x="567598" y="857300"/>
            <a:ext cx="14304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a:t>Rasa</a:t>
            </a:r>
            <a:endParaRPr sz="1900"/>
          </a:p>
        </p:txBody>
      </p:sp>
      <p:sp>
        <p:nvSpPr>
          <p:cNvPr id="378" name="Google Shape;378;p33"/>
          <p:cNvSpPr txBox="1">
            <a:spLocks noGrp="1"/>
          </p:cNvSpPr>
          <p:nvPr>
            <p:ph type="subTitle" idx="2"/>
          </p:nvPr>
        </p:nvSpPr>
        <p:spPr>
          <a:xfrm>
            <a:off x="2994075" y="1375175"/>
            <a:ext cx="2666700" cy="131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a:t>Terletak di lokasi yang </a:t>
            </a:r>
            <a:r>
              <a:rPr lang="en" sz="1300" b="1"/>
              <a:t>strategis,</a:t>
            </a:r>
            <a:r>
              <a:rPr lang="en" sz="1300"/>
              <a:t> seperti di dekat </a:t>
            </a:r>
            <a:r>
              <a:rPr lang="en" sz="1300" b="1"/>
              <a:t>pusat keramaian. Selain itu, di daerah penjualan juga diberikan ruangan khusus dine-in dan ruangan tunggu dengan fasilitas yang memadai (meja, kursi, ac/kipas angin, stop kontak)</a:t>
            </a:r>
            <a:endParaRPr sz="1300" b="1"/>
          </a:p>
        </p:txBody>
      </p:sp>
      <p:sp>
        <p:nvSpPr>
          <p:cNvPr id="379" name="Google Shape;379;p33"/>
          <p:cNvSpPr txBox="1">
            <a:spLocks noGrp="1"/>
          </p:cNvSpPr>
          <p:nvPr>
            <p:ph type="subTitle" idx="1"/>
          </p:nvPr>
        </p:nvSpPr>
        <p:spPr>
          <a:xfrm>
            <a:off x="3539398" y="857300"/>
            <a:ext cx="14304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a:t>Lokasi</a:t>
            </a:r>
            <a:endParaRPr sz="1900"/>
          </a:p>
        </p:txBody>
      </p:sp>
      <p:sp>
        <p:nvSpPr>
          <p:cNvPr id="380" name="Google Shape;380;p33"/>
          <p:cNvSpPr txBox="1">
            <a:spLocks noGrp="1"/>
          </p:cNvSpPr>
          <p:nvPr>
            <p:ph type="subTitle" idx="2"/>
          </p:nvPr>
        </p:nvSpPr>
        <p:spPr>
          <a:xfrm>
            <a:off x="5889675" y="1298975"/>
            <a:ext cx="2666700" cy="154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a:t>Layanan yang </a:t>
            </a:r>
            <a:r>
              <a:rPr lang="en" sz="1300" b="1"/>
              <a:t>ramah dan cepat</a:t>
            </a:r>
            <a:r>
              <a:rPr lang="en" sz="1300"/>
              <a:t> serta </a:t>
            </a:r>
            <a:r>
              <a:rPr lang="en" sz="1300" b="1"/>
              <a:t>proses pembuatan terbuka, pelayan menggunakan </a:t>
            </a:r>
            <a:r>
              <a:rPr lang="en" sz="1300"/>
              <a:t>seragam khusus.</a:t>
            </a:r>
            <a:r>
              <a:rPr lang="en" sz="1300" b="1"/>
              <a:t> Layanan juga dapat </a:t>
            </a:r>
            <a:r>
              <a:rPr lang="en" sz="1300"/>
              <a:t>dilakukan dengan </a:t>
            </a:r>
            <a:r>
              <a:rPr lang="en" sz="1300" b="1"/>
              <a:t>delivery box khusus </a:t>
            </a:r>
            <a:r>
              <a:rPr lang="en" sz="1300"/>
              <a:t>(agar martabak tetap hangat)</a:t>
            </a:r>
            <a:endParaRPr sz="1300"/>
          </a:p>
        </p:txBody>
      </p:sp>
      <p:sp>
        <p:nvSpPr>
          <p:cNvPr id="381" name="Google Shape;381;p33"/>
          <p:cNvSpPr txBox="1">
            <a:spLocks noGrp="1"/>
          </p:cNvSpPr>
          <p:nvPr>
            <p:ph type="subTitle" idx="1"/>
          </p:nvPr>
        </p:nvSpPr>
        <p:spPr>
          <a:xfrm>
            <a:off x="6434998" y="857300"/>
            <a:ext cx="14304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a:t>Layanan</a:t>
            </a:r>
            <a:endParaRPr sz="1900"/>
          </a:p>
        </p:txBody>
      </p:sp>
      <p:sp>
        <p:nvSpPr>
          <p:cNvPr id="382" name="Google Shape;382;p33"/>
          <p:cNvSpPr txBox="1">
            <a:spLocks noGrp="1"/>
          </p:cNvSpPr>
          <p:nvPr>
            <p:ph type="subTitle" idx="2"/>
          </p:nvPr>
        </p:nvSpPr>
        <p:spPr>
          <a:xfrm>
            <a:off x="2917872" y="3432575"/>
            <a:ext cx="2666700" cy="5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a:t>Memiliki ukuran yang bervariasi mulai dari small, medium, large, jumbo</a:t>
            </a:r>
            <a:endParaRPr sz="1300"/>
          </a:p>
        </p:txBody>
      </p:sp>
      <p:sp>
        <p:nvSpPr>
          <p:cNvPr id="383" name="Google Shape;383;p33"/>
          <p:cNvSpPr txBox="1">
            <a:spLocks noGrp="1"/>
          </p:cNvSpPr>
          <p:nvPr>
            <p:ph type="subTitle" idx="1"/>
          </p:nvPr>
        </p:nvSpPr>
        <p:spPr>
          <a:xfrm>
            <a:off x="3463198" y="3067100"/>
            <a:ext cx="14304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a:t>Ukuran</a:t>
            </a:r>
            <a:endParaRPr sz="1900"/>
          </a:p>
        </p:txBody>
      </p:sp>
      <p:sp>
        <p:nvSpPr>
          <p:cNvPr id="384" name="Google Shape;384;p33"/>
          <p:cNvSpPr txBox="1">
            <a:spLocks noGrp="1"/>
          </p:cNvSpPr>
          <p:nvPr>
            <p:ph type="subTitle" idx="2"/>
          </p:nvPr>
        </p:nvSpPr>
        <p:spPr>
          <a:xfrm>
            <a:off x="5737275" y="3508775"/>
            <a:ext cx="2666700" cy="107451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dirty="0"/>
              <a:t>Cara penyajian dapat dalam berbagai </a:t>
            </a:r>
            <a:r>
              <a:rPr lang="en" sz="1300" b="1" dirty="0"/>
              <a:t>bentuk</a:t>
            </a:r>
            <a:r>
              <a:rPr lang="en" sz="1300" dirty="0"/>
              <a:t> seperti bentuk hati, bulat, kotak, segitiga, serta potongan lipat, potongan pizza, atau tidak dipotong.</a:t>
            </a:r>
            <a:endParaRPr sz="1300" dirty="0"/>
          </a:p>
          <a:p>
            <a:pPr marL="0" lvl="0" indent="0" algn="ctr" rtl="0">
              <a:spcBef>
                <a:spcPts val="0"/>
              </a:spcBef>
              <a:spcAft>
                <a:spcPts val="0"/>
              </a:spcAft>
              <a:buNone/>
            </a:pPr>
            <a:endParaRPr sz="1300" dirty="0"/>
          </a:p>
        </p:txBody>
      </p:sp>
      <p:sp>
        <p:nvSpPr>
          <p:cNvPr id="385" name="Google Shape;385;p33"/>
          <p:cNvSpPr txBox="1">
            <a:spLocks noGrp="1"/>
          </p:cNvSpPr>
          <p:nvPr>
            <p:ph type="subTitle" idx="1"/>
          </p:nvPr>
        </p:nvSpPr>
        <p:spPr>
          <a:xfrm>
            <a:off x="6282598" y="3067100"/>
            <a:ext cx="14304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a:t>Penyajian</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4"/>
          <p:cNvSpPr txBox="1">
            <a:spLocks noGrp="1"/>
          </p:cNvSpPr>
          <p:nvPr>
            <p:ph type="subTitle" idx="14"/>
          </p:nvPr>
        </p:nvSpPr>
        <p:spPr>
          <a:xfrm>
            <a:off x="3342234" y="18302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People</a:t>
            </a:r>
            <a:endParaRPr/>
          </a:p>
        </p:txBody>
      </p:sp>
      <p:sp>
        <p:nvSpPr>
          <p:cNvPr id="391" name="Google Shape;391;p34"/>
          <p:cNvSpPr txBox="1">
            <a:spLocks noGrp="1"/>
          </p:cNvSpPr>
          <p:nvPr>
            <p:ph type="subTitle" idx="13"/>
          </p:nvPr>
        </p:nvSpPr>
        <p:spPr>
          <a:xfrm>
            <a:off x="721133" y="22874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Promotion</a:t>
            </a:r>
            <a:endParaRPr/>
          </a:p>
        </p:txBody>
      </p:sp>
      <p:sp>
        <p:nvSpPr>
          <p:cNvPr id="392" name="Google Shape;392;p34"/>
          <p:cNvSpPr txBox="1">
            <a:spLocks noGrp="1"/>
          </p:cNvSpPr>
          <p:nvPr>
            <p:ph type="subTitle" idx="15"/>
          </p:nvPr>
        </p:nvSpPr>
        <p:spPr>
          <a:xfrm>
            <a:off x="5963467" y="22874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Process</a:t>
            </a:r>
            <a:endParaRPr/>
          </a:p>
        </p:txBody>
      </p:sp>
      <p:sp>
        <p:nvSpPr>
          <p:cNvPr id="393" name="Google Shape;393;p34"/>
          <p:cNvSpPr txBox="1">
            <a:spLocks noGrp="1"/>
          </p:cNvSpPr>
          <p:nvPr>
            <p:ph type="subTitle" idx="7"/>
          </p:nvPr>
        </p:nvSpPr>
        <p:spPr>
          <a:xfrm>
            <a:off x="721133" y="7432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Product</a:t>
            </a:r>
            <a:endParaRPr/>
          </a:p>
        </p:txBody>
      </p:sp>
      <p:sp>
        <p:nvSpPr>
          <p:cNvPr id="394" name="Google Shape;394;p34"/>
          <p:cNvSpPr txBox="1">
            <a:spLocks noGrp="1"/>
          </p:cNvSpPr>
          <p:nvPr>
            <p:ph type="subTitle" idx="8"/>
          </p:nvPr>
        </p:nvSpPr>
        <p:spPr>
          <a:xfrm>
            <a:off x="3342150" y="7432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Price</a:t>
            </a:r>
            <a:endParaRPr/>
          </a:p>
        </p:txBody>
      </p:sp>
      <p:sp>
        <p:nvSpPr>
          <p:cNvPr id="395" name="Google Shape;395;p34"/>
          <p:cNvSpPr txBox="1">
            <a:spLocks noGrp="1"/>
          </p:cNvSpPr>
          <p:nvPr>
            <p:ph type="subTitle" idx="9"/>
          </p:nvPr>
        </p:nvSpPr>
        <p:spPr>
          <a:xfrm>
            <a:off x="5963167" y="743275"/>
            <a:ext cx="24597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Place</a:t>
            </a:r>
            <a:endParaRPr/>
          </a:p>
        </p:txBody>
      </p:sp>
      <p:sp>
        <p:nvSpPr>
          <p:cNvPr id="396" name="Google Shape;396;p34"/>
          <p:cNvSpPr txBox="1">
            <a:spLocks noGrp="1"/>
          </p:cNvSpPr>
          <p:nvPr>
            <p:ph type="title"/>
          </p:nvPr>
        </p:nvSpPr>
        <p:spPr>
          <a:xfrm>
            <a:off x="720000" y="1402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Marketing Mix (7P)</a:t>
            </a:r>
            <a:endParaRPr/>
          </a:p>
        </p:txBody>
      </p:sp>
      <p:sp>
        <p:nvSpPr>
          <p:cNvPr id="397" name="Google Shape;397;p34"/>
          <p:cNvSpPr txBox="1">
            <a:spLocks noGrp="1"/>
          </p:cNvSpPr>
          <p:nvPr>
            <p:ph type="subTitle" idx="1"/>
          </p:nvPr>
        </p:nvSpPr>
        <p:spPr>
          <a:xfrm>
            <a:off x="721133" y="1278113"/>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Varian rasa atau topping yang unik dan menarik. Manis (topping buah-buahan, ukuran jumbo) Asin (topping daging sapi wagyu, dimasak dengan metode khusus)</a:t>
            </a:r>
            <a:endParaRPr/>
          </a:p>
        </p:txBody>
      </p:sp>
      <p:sp>
        <p:nvSpPr>
          <p:cNvPr id="398" name="Google Shape;398;p34"/>
          <p:cNvSpPr txBox="1">
            <a:spLocks noGrp="1"/>
          </p:cNvSpPr>
          <p:nvPr>
            <p:ph type="subTitle" idx="4"/>
          </p:nvPr>
        </p:nvSpPr>
        <p:spPr>
          <a:xfrm>
            <a:off x="721133" y="2826825"/>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Promosi melalui berbagai media seperti media sosial (IG, FB, TikTok,etc), pembagian brosur dan kupon saat pembelian dengan diberikan promo/diskon</a:t>
            </a:r>
            <a:endParaRPr/>
          </a:p>
        </p:txBody>
      </p:sp>
      <p:sp>
        <p:nvSpPr>
          <p:cNvPr id="399" name="Google Shape;399;p34"/>
          <p:cNvSpPr txBox="1">
            <a:spLocks noGrp="1"/>
          </p:cNvSpPr>
          <p:nvPr>
            <p:ph type="subTitle" idx="5"/>
          </p:nvPr>
        </p:nvSpPr>
        <p:spPr>
          <a:xfrm>
            <a:off x="3342150" y="2369625"/>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Karyawan memiliki keterampilan dan pengetahuan untuk memberikan layanan yang baik kepada pelanggan (ramah dan profesional), dan menggunakan seragam khusus. </a:t>
            </a:r>
            <a:endParaRPr dirty="0"/>
          </a:p>
        </p:txBody>
      </p:sp>
      <p:sp>
        <p:nvSpPr>
          <p:cNvPr id="400" name="Google Shape;400;p34"/>
          <p:cNvSpPr txBox="1">
            <a:spLocks noGrp="1"/>
          </p:cNvSpPr>
          <p:nvPr>
            <p:ph type="subTitle" idx="2"/>
          </p:nvPr>
        </p:nvSpPr>
        <p:spPr>
          <a:xfrm>
            <a:off x="3342150" y="1278121"/>
            <a:ext cx="2459100" cy="70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Harga terjangkau yang kompetitif sesuai dengan kualitas produk</a:t>
            </a:r>
          </a:p>
          <a:p>
            <a:pPr marL="0" lvl="0" indent="0" algn="ctr" rtl="0">
              <a:spcBef>
                <a:spcPts val="0"/>
              </a:spcBef>
              <a:spcAft>
                <a:spcPts val="0"/>
              </a:spcAft>
              <a:buNone/>
            </a:pPr>
            <a:r>
              <a:rPr lang="en" dirty="0"/>
              <a:t>Rp 15.000 –  Rp 50.000,-</a:t>
            </a:r>
            <a:endParaRPr dirty="0"/>
          </a:p>
        </p:txBody>
      </p:sp>
      <p:sp>
        <p:nvSpPr>
          <p:cNvPr id="401" name="Google Shape;401;p34"/>
          <p:cNvSpPr txBox="1">
            <a:spLocks noGrp="1"/>
          </p:cNvSpPr>
          <p:nvPr>
            <p:ph type="subTitle" idx="3"/>
          </p:nvPr>
        </p:nvSpPr>
        <p:spPr>
          <a:xfrm>
            <a:off x="5963167" y="1278113"/>
            <a:ext cx="24597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Lokasi yang strategis untuk menarik banyak pelanggan dan di desain secara unik dan nyaman (dekat pusat keramaian, nyaman)</a:t>
            </a:r>
            <a:endParaRPr/>
          </a:p>
        </p:txBody>
      </p:sp>
      <p:sp>
        <p:nvSpPr>
          <p:cNvPr id="402" name="Google Shape;402;p34"/>
          <p:cNvSpPr txBox="1">
            <a:spLocks noGrp="1"/>
          </p:cNvSpPr>
          <p:nvPr>
            <p:ph type="subTitle" idx="6"/>
          </p:nvPr>
        </p:nvSpPr>
        <p:spPr>
          <a:xfrm>
            <a:off x="5963167" y="2826825"/>
            <a:ext cx="24597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Cara produksi dan distribusi untuk memenuhi kebutuhan pelanggan (proses produksi terbuka dan higenis, proses distribusi yang cepat, tepat)</a:t>
            </a:r>
            <a:endParaRPr/>
          </a:p>
        </p:txBody>
      </p:sp>
      <p:sp>
        <p:nvSpPr>
          <p:cNvPr id="403" name="Google Shape;403;p34"/>
          <p:cNvSpPr txBox="1">
            <a:spLocks noGrp="1"/>
          </p:cNvSpPr>
          <p:nvPr>
            <p:ph type="subTitle" idx="14"/>
          </p:nvPr>
        </p:nvSpPr>
        <p:spPr>
          <a:xfrm>
            <a:off x="3418434" y="36590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Physical Evidence</a:t>
            </a:r>
            <a:endParaRPr/>
          </a:p>
        </p:txBody>
      </p:sp>
      <p:sp>
        <p:nvSpPr>
          <p:cNvPr id="404" name="Google Shape;404;p34"/>
          <p:cNvSpPr txBox="1">
            <a:spLocks noGrp="1"/>
          </p:cNvSpPr>
          <p:nvPr>
            <p:ph type="subTitle" idx="5"/>
          </p:nvPr>
        </p:nvSpPr>
        <p:spPr>
          <a:xfrm>
            <a:off x="3418350" y="4122225"/>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Kebersihan dan kenyamanan tempat dengan desain tempat yang uni, menarik, dan nyaman.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5"/>
          <p:cNvSpPr txBox="1">
            <a:spLocks noGrp="1"/>
          </p:cNvSpPr>
          <p:nvPr>
            <p:ph type="title"/>
          </p:nvPr>
        </p:nvSpPr>
        <p:spPr>
          <a:xfrm>
            <a:off x="1627325" y="3059400"/>
            <a:ext cx="6247800" cy="861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Aspek Teknis Operasi</a:t>
            </a:r>
            <a:endParaRPr/>
          </a:p>
        </p:txBody>
      </p:sp>
      <p:sp>
        <p:nvSpPr>
          <p:cNvPr id="410" name="Google Shape;410;p35"/>
          <p:cNvSpPr txBox="1">
            <a:spLocks noGrp="1"/>
          </p:cNvSpPr>
          <p:nvPr>
            <p:ph type="title" idx="2"/>
          </p:nvPr>
        </p:nvSpPr>
        <p:spPr>
          <a:xfrm>
            <a:off x="4027150" y="1070695"/>
            <a:ext cx="1089900" cy="102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cxnSp>
        <p:nvCxnSpPr>
          <p:cNvPr id="411" name="Google Shape;411;p35"/>
          <p:cNvCxnSpPr/>
          <p:nvPr/>
        </p:nvCxnSpPr>
        <p:spPr>
          <a:xfrm>
            <a:off x="3664600" y="2149771"/>
            <a:ext cx="1815000" cy="0"/>
          </a:xfrm>
          <a:prstGeom prst="straightConnector1">
            <a:avLst/>
          </a:prstGeom>
          <a:noFill/>
          <a:ln w="9525" cap="flat" cmpd="sng">
            <a:solidFill>
              <a:schemeClr val="dk1"/>
            </a:solidFill>
            <a:prstDash val="solid"/>
            <a:round/>
            <a:headEnd type="oval" w="med" len="med"/>
            <a:tailEnd type="oval"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6"/>
          <p:cNvSpPr txBox="1">
            <a:spLocks noGrp="1"/>
          </p:cNvSpPr>
          <p:nvPr>
            <p:ph type="subTitle" idx="1"/>
          </p:nvPr>
        </p:nvSpPr>
        <p:spPr>
          <a:xfrm>
            <a:off x="334175" y="1414125"/>
            <a:ext cx="28758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Gedung &amp; Bangunan</a:t>
            </a:r>
            <a:endParaRPr/>
          </a:p>
        </p:txBody>
      </p:sp>
      <p:sp>
        <p:nvSpPr>
          <p:cNvPr id="417" name="Google Shape;417;p36"/>
          <p:cNvSpPr txBox="1">
            <a:spLocks noGrp="1"/>
          </p:cNvSpPr>
          <p:nvPr>
            <p:ph type="subTitle" idx="5"/>
          </p:nvPr>
        </p:nvSpPr>
        <p:spPr>
          <a:xfrm>
            <a:off x="2949525" y="1414125"/>
            <a:ext cx="35742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Peralatan &amp; Perlengkapan</a:t>
            </a:r>
            <a:endParaRPr/>
          </a:p>
        </p:txBody>
      </p:sp>
      <p:sp>
        <p:nvSpPr>
          <p:cNvPr id="418" name="Google Shape;418;p36"/>
          <p:cNvSpPr txBox="1">
            <a:spLocks noGrp="1"/>
          </p:cNvSpPr>
          <p:nvPr>
            <p:ph type="subTitle" idx="6"/>
          </p:nvPr>
        </p:nvSpPr>
        <p:spPr>
          <a:xfrm>
            <a:off x="6315000" y="1414125"/>
            <a:ext cx="24900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Bahan Baku</a:t>
            </a:r>
            <a:endParaRPr/>
          </a:p>
        </p:txBody>
      </p:sp>
      <p:sp>
        <p:nvSpPr>
          <p:cNvPr id="419" name="Google Shape;419;p36"/>
          <p:cNvSpPr txBox="1">
            <a:spLocks noGrp="1"/>
          </p:cNvSpPr>
          <p:nvPr>
            <p:ph type="title"/>
          </p:nvPr>
        </p:nvSpPr>
        <p:spPr>
          <a:xfrm>
            <a:off x="720000" y="64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Aktiva Tetap &amp; Bahan Baku</a:t>
            </a:r>
            <a:endParaRPr/>
          </a:p>
        </p:txBody>
      </p:sp>
      <p:sp>
        <p:nvSpPr>
          <p:cNvPr id="420" name="Google Shape;420;p36"/>
          <p:cNvSpPr txBox="1">
            <a:spLocks noGrp="1"/>
          </p:cNvSpPr>
          <p:nvPr>
            <p:ph type="subTitle" idx="2"/>
          </p:nvPr>
        </p:nvSpPr>
        <p:spPr>
          <a:xfrm>
            <a:off x="334175" y="1925600"/>
            <a:ext cx="2875800" cy="2982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dirty="0"/>
              <a:t>Tempat produksi </a:t>
            </a:r>
            <a:endParaRPr sz="1500" dirty="0"/>
          </a:p>
          <a:p>
            <a:pPr marL="0" lvl="0" indent="0" algn="just" rtl="0">
              <a:spcBef>
                <a:spcPts val="0"/>
              </a:spcBef>
              <a:spcAft>
                <a:spcPts val="0"/>
              </a:spcAft>
              <a:buNone/>
            </a:pPr>
            <a:r>
              <a:rPr lang="en" sz="1500" dirty="0"/>
              <a:t>Tempat penjualan</a:t>
            </a:r>
            <a:endParaRPr sz="1500" dirty="0"/>
          </a:p>
          <a:p>
            <a:pPr marL="0" lvl="0" indent="0" algn="just" rtl="0">
              <a:spcBef>
                <a:spcPts val="0"/>
              </a:spcBef>
              <a:spcAft>
                <a:spcPts val="0"/>
              </a:spcAft>
              <a:buNone/>
            </a:pPr>
            <a:r>
              <a:rPr lang="en" sz="1500" dirty="0"/>
              <a:t>Tempat penyimpanan bahan baku</a:t>
            </a:r>
            <a:endParaRPr sz="1500" dirty="0"/>
          </a:p>
          <a:p>
            <a:pPr marL="0" lvl="0" indent="0" algn="just" rtl="0">
              <a:spcBef>
                <a:spcPts val="0"/>
              </a:spcBef>
              <a:spcAft>
                <a:spcPts val="0"/>
              </a:spcAft>
              <a:buNone/>
            </a:pPr>
            <a:r>
              <a:rPr lang="en" sz="1500" dirty="0"/>
              <a:t>Tempat dine-in</a:t>
            </a:r>
            <a:endParaRPr sz="1500" dirty="0"/>
          </a:p>
          <a:p>
            <a:pPr marL="0" lvl="0" indent="0" algn="just" rtl="0">
              <a:spcBef>
                <a:spcPts val="0"/>
              </a:spcBef>
              <a:spcAft>
                <a:spcPts val="0"/>
              </a:spcAft>
              <a:buNone/>
            </a:pPr>
            <a:r>
              <a:rPr lang="en" sz="1500" dirty="0"/>
              <a:t>Tempat menunggu</a:t>
            </a:r>
            <a:endParaRPr sz="1500" dirty="0"/>
          </a:p>
          <a:p>
            <a:pPr marL="0" lvl="0" indent="0" algn="just" rtl="0">
              <a:spcBef>
                <a:spcPts val="0"/>
              </a:spcBef>
              <a:spcAft>
                <a:spcPts val="0"/>
              </a:spcAft>
              <a:buNone/>
            </a:pPr>
            <a:r>
              <a:rPr lang="en" sz="1500" dirty="0"/>
              <a:t>Tempat parkir</a:t>
            </a:r>
          </a:p>
          <a:p>
            <a:pPr marL="0" lvl="0" indent="0" algn="just" rtl="0">
              <a:spcBef>
                <a:spcPts val="0"/>
              </a:spcBef>
              <a:spcAft>
                <a:spcPts val="0"/>
              </a:spcAft>
              <a:buNone/>
            </a:pPr>
            <a:endParaRPr lang="en" sz="1500" dirty="0"/>
          </a:p>
          <a:p>
            <a:pPr marL="0" lvl="0" indent="0" algn="just" rtl="0">
              <a:spcBef>
                <a:spcPts val="0"/>
              </a:spcBef>
              <a:spcAft>
                <a:spcPts val="0"/>
              </a:spcAft>
              <a:buNone/>
            </a:pPr>
            <a:r>
              <a:rPr lang="en" sz="1500" dirty="0"/>
              <a:t>(lokasi di sewa)</a:t>
            </a:r>
            <a:endParaRPr sz="1500" dirty="0"/>
          </a:p>
        </p:txBody>
      </p:sp>
      <p:sp>
        <p:nvSpPr>
          <p:cNvPr id="421" name="Google Shape;421;p36"/>
          <p:cNvSpPr txBox="1">
            <a:spLocks noGrp="1"/>
          </p:cNvSpPr>
          <p:nvPr>
            <p:ph type="subTitle" idx="3"/>
          </p:nvPr>
        </p:nvSpPr>
        <p:spPr>
          <a:xfrm>
            <a:off x="3327025" y="1772625"/>
            <a:ext cx="2875800" cy="32112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None/>
            </a:pPr>
            <a:r>
              <a:rPr lang="en" sz="1500" dirty="0"/>
              <a:t>Mesin pencetak martabak, pemanggang berbagai bentuk, kompor, gas tabung, wajan, talenan, pisau, meja, kursi, piring, gelas, sendok, garpu, tissue, box, plastik, ac, kipas angin, stop kontak</a:t>
            </a:r>
            <a:endParaRPr sz="1500" dirty="0"/>
          </a:p>
        </p:txBody>
      </p:sp>
      <p:sp>
        <p:nvSpPr>
          <p:cNvPr id="422" name="Google Shape;422;p36"/>
          <p:cNvSpPr txBox="1">
            <a:spLocks noGrp="1"/>
          </p:cNvSpPr>
          <p:nvPr>
            <p:ph type="subTitle" idx="4"/>
          </p:nvPr>
        </p:nvSpPr>
        <p:spPr>
          <a:xfrm>
            <a:off x="6430200" y="1773200"/>
            <a:ext cx="2607000" cy="32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Bahan Baku Martabak Manis:</a:t>
            </a:r>
            <a:endParaRPr sz="1500"/>
          </a:p>
          <a:p>
            <a:pPr marL="0" lvl="0" indent="0" algn="l" rtl="0">
              <a:spcBef>
                <a:spcPts val="0"/>
              </a:spcBef>
              <a:spcAft>
                <a:spcPts val="0"/>
              </a:spcAft>
              <a:buNone/>
            </a:pPr>
            <a:r>
              <a:rPr lang="en" sz="1500"/>
              <a:t>Tepung terigu, telur, gula pasir, ragi, susu cair, susu kental manis, mentega, topping (coklat, keju, kacang, buah)</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Bahan Baku Martabak Asin:</a:t>
            </a:r>
            <a:endParaRPr sz="1500"/>
          </a:p>
          <a:p>
            <a:pPr marL="0" lvl="0" indent="0" algn="l" rtl="0">
              <a:spcBef>
                <a:spcPts val="0"/>
              </a:spcBef>
              <a:spcAft>
                <a:spcPts val="0"/>
              </a:spcAft>
              <a:buNone/>
            </a:pPr>
            <a:r>
              <a:rPr lang="en" sz="1500"/>
              <a:t>Tepung terigu, telur, garam, bawang bombay, bawang putih, sayuran, minyak goreng, telur, saus sambal, saus tomat, topping (daging sapi, kambing, ayam)</a:t>
            </a:r>
            <a:endParaRPr sz="1500"/>
          </a:p>
        </p:txBody>
      </p:sp>
      <p:cxnSp>
        <p:nvCxnSpPr>
          <p:cNvPr id="423" name="Google Shape;423;p36"/>
          <p:cNvCxnSpPr/>
          <p:nvPr/>
        </p:nvCxnSpPr>
        <p:spPr>
          <a:xfrm>
            <a:off x="1641650" y="13937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424" name="Google Shape;424;p36"/>
          <p:cNvCxnSpPr/>
          <p:nvPr/>
        </p:nvCxnSpPr>
        <p:spPr>
          <a:xfrm>
            <a:off x="4248600" y="13937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425" name="Google Shape;425;p36"/>
          <p:cNvCxnSpPr/>
          <p:nvPr/>
        </p:nvCxnSpPr>
        <p:spPr>
          <a:xfrm>
            <a:off x="7236550" y="1393746"/>
            <a:ext cx="646800" cy="0"/>
          </a:xfrm>
          <a:prstGeom prst="straightConnector1">
            <a:avLst/>
          </a:prstGeom>
          <a:noFill/>
          <a:ln w="9525" cap="flat" cmpd="sng">
            <a:solidFill>
              <a:schemeClr val="dk1"/>
            </a:solidFill>
            <a:prstDash val="solid"/>
            <a:round/>
            <a:headEnd type="oval" w="med" len="med"/>
            <a:tailEnd type="oval" w="med" len="med"/>
          </a:ln>
        </p:spPr>
      </p:cxnSp>
      <p:grpSp>
        <p:nvGrpSpPr>
          <p:cNvPr id="426" name="Google Shape;426;p36"/>
          <p:cNvGrpSpPr/>
          <p:nvPr/>
        </p:nvGrpSpPr>
        <p:grpSpPr>
          <a:xfrm>
            <a:off x="4401901" y="873785"/>
            <a:ext cx="340204" cy="298116"/>
            <a:chOff x="899850" y="871450"/>
            <a:chExt cx="483175" cy="423400"/>
          </a:xfrm>
        </p:grpSpPr>
        <p:sp>
          <p:nvSpPr>
            <p:cNvPr id="427" name="Google Shape;427;p36"/>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8" name="Google Shape;428;p36"/>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9" name="Google Shape;429;p36"/>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0" name="Google Shape;430;p36"/>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31" name="Google Shape;431;p36"/>
          <p:cNvSpPr/>
          <p:nvPr/>
        </p:nvSpPr>
        <p:spPr>
          <a:xfrm>
            <a:off x="7390330" y="863786"/>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32" name="Google Shape;432;p36"/>
          <p:cNvGrpSpPr/>
          <p:nvPr/>
        </p:nvGrpSpPr>
        <p:grpSpPr>
          <a:xfrm>
            <a:off x="1829302" y="853541"/>
            <a:ext cx="305386" cy="338602"/>
            <a:chOff x="3300325" y="249875"/>
            <a:chExt cx="433725" cy="480900"/>
          </a:xfrm>
        </p:grpSpPr>
        <p:sp>
          <p:nvSpPr>
            <p:cNvPr id="433" name="Google Shape;433;p36"/>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4" name="Google Shape;434;p36"/>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5" name="Google Shape;435;p36"/>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6" name="Google Shape;436;p36"/>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7" name="Google Shape;437;p36"/>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8" name="Google Shape;438;p36"/>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7"/>
          <p:cNvSpPr txBox="1">
            <a:spLocks noGrp="1"/>
          </p:cNvSpPr>
          <p:nvPr>
            <p:ph type="title"/>
          </p:nvPr>
        </p:nvSpPr>
        <p:spPr>
          <a:xfrm>
            <a:off x="964225" y="82450"/>
            <a:ext cx="6867000" cy="6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Lokasi Martabak Hati</a:t>
            </a:r>
            <a:endParaRPr/>
          </a:p>
        </p:txBody>
      </p:sp>
      <p:grpSp>
        <p:nvGrpSpPr>
          <p:cNvPr id="444" name="Google Shape;444;p37"/>
          <p:cNvGrpSpPr/>
          <p:nvPr/>
        </p:nvGrpSpPr>
        <p:grpSpPr>
          <a:xfrm>
            <a:off x="-1148633" y="-983600"/>
            <a:ext cx="10398946" cy="7199287"/>
            <a:chOff x="-1148633" y="-983600"/>
            <a:chExt cx="10398946" cy="7199287"/>
          </a:xfrm>
        </p:grpSpPr>
        <p:pic>
          <p:nvPicPr>
            <p:cNvPr id="445" name="Google Shape;445;p37"/>
            <p:cNvPicPr preferRelativeResize="0"/>
            <p:nvPr/>
          </p:nvPicPr>
          <p:blipFill>
            <a:blip r:embed="rId3">
              <a:alphaModFix/>
            </a:blip>
            <a:stretch>
              <a:fillRect/>
            </a:stretch>
          </p:blipFill>
          <p:spPr>
            <a:xfrm rot="-7741041" flipH="1">
              <a:off x="-1013250" y="3273938"/>
              <a:ext cx="2904851" cy="1733500"/>
            </a:xfrm>
            <a:prstGeom prst="rect">
              <a:avLst/>
            </a:prstGeom>
            <a:noFill/>
            <a:ln>
              <a:noFill/>
            </a:ln>
          </p:spPr>
        </p:pic>
        <p:grpSp>
          <p:nvGrpSpPr>
            <p:cNvPr id="446" name="Google Shape;446;p37"/>
            <p:cNvGrpSpPr/>
            <p:nvPr/>
          </p:nvGrpSpPr>
          <p:grpSpPr>
            <a:xfrm>
              <a:off x="7954516" y="-983600"/>
              <a:ext cx="1295797" cy="1644600"/>
              <a:chOff x="7954516" y="-983600"/>
              <a:chExt cx="1295797" cy="1644600"/>
            </a:xfrm>
          </p:grpSpPr>
          <p:pic>
            <p:nvPicPr>
              <p:cNvPr id="447" name="Google Shape;447;p37"/>
              <p:cNvPicPr preferRelativeResize="0"/>
              <p:nvPr/>
            </p:nvPicPr>
            <p:blipFill>
              <a:blip r:embed="rId4">
                <a:alphaModFix/>
              </a:blip>
              <a:stretch>
                <a:fillRect/>
              </a:stretch>
            </p:blipFill>
            <p:spPr>
              <a:xfrm flipH="1">
                <a:off x="7954516" y="-983600"/>
                <a:ext cx="1295797" cy="1440000"/>
              </a:xfrm>
              <a:prstGeom prst="rect">
                <a:avLst/>
              </a:prstGeom>
              <a:noFill/>
              <a:ln>
                <a:noFill/>
              </a:ln>
            </p:spPr>
          </p:pic>
          <p:sp>
            <p:nvSpPr>
              <p:cNvPr id="448" name="Google Shape;448;p37"/>
              <p:cNvSpPr txBox="1"/>
              <p:nvPr/>
            </p:nvSpPr>
            <p:spPr>
              <a:xfrm>
                <a:off x="8483725" y="21460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449" name="Google Shape;449;p37"/>
            <p:cNvPicPr preferRelativeResize="0"/>
            <p:nvPr/>
          </p:nvPicPr>
          <p:blipFill>
            <a:blip r:embed="rId5">
              <a:alphaModFix/>
            </a:blip>
            <a:stretch>
              <a:fillRect/>
            </a:stretch>
          </p:blipFill>
          <p:spPr>
            <a:xfrm rot="10800000" flipH="1">
              <a:off x="7502362" y="4213923"/>
              <a:ext cx="1611176" cy="2001764"/>
            </a:xfrm>
            <a:prstGeom prst="rect">
              <a:avLst/>
            </a:prstGeom>
            <a:noFill/>
            <a:ln>
              <a:noFill/>
            </a:ln>
          </p:spPr>
        </p:pic>
      </p:grpSp>
      <p:pic>
        <p:nvPicPr>
          <p:cNvPr id="450" name="Google Shape;450;p37"/>
          <p:cNvPicPr preferRelativeResize="0"/>
          <p:nvPr/>
        </p:nvPicPr>
        <p:blipFill>
          <a:blip r:embed="rId6">
            <a:alphaModFix/>
          </a:blip>
          <a:stretch>
            <a:fillRect/>
          </a:stretch>
        </p:blipFill>
        <p:spPr>
          <a:xfrm>
            <a:off x="2260500" y="689975"/>
            <a:ext cx="4274450" cy="4290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8"/>
          <p:cNvSpPr txBox="1">
            <a:spLocks noGrp="1"/>
          </p:cNvSpPr>
          <p:nvPr>
            <p:ph type="title"/>
          </p:nvPr>
        </p:nvSpPr>
        <p:spPr>
          <a:xfrm>
            <a:off x="5942600" y="1656125"/>
            <a:ext cx="2978700" cy="1656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200" i="1"/>
              <a:t>Layout</a:t>
            </a:r>
            <a:r>
              <a:rPr lang="en" sz="4200"/>
              <a:t> Martabak Manis</a:t>
            </a:r>
            <a:endParaRPr sz="4200"/>
          </a:p>
        </p:txBody>
      </p:sp>
      <p:pic>
        <p:nvPicPr>
          <p:cNvPr id="456" name="Google Shape;456;p38"/>
          <p:cNvPicPr preferRelativeResize="0"/>
          <p:nvPr/>
        </p:nvPicPr>
        <p:blipFill rotWithShape="1">
          <a:blip r:embed="rId3">
            <a:alphaModFix/>
            <a:biLevel thresh="50000"/>
          </a:blip>
          <a:srcRect l="15674" r="18850"/>
          <a:stretch/>
        </p:blipFill>
        <p:spPr>
          <a:xfrm>
            <a:off x="4334875" y="0"/>
            <a:ext cx="1336725" cy="2663026"/>
          </a:xfrm>
          <a:prstGeom prst="rect">
            <a:avLst/>
          </a:prstGeom>
          <a:noFill/>
          <a:ln>
            <a:noFill/>
          </a:ln>
        </p:spPr>
      </p:pic>
      <p:pic>
        <p:nvPicPr>
          <p:cNvPr id="457" name="Google Shape;457;p38"/>
          <p:cNvPicPr preferRelativeResize="0"/>
          <p:nvPr/>
        </p:nvPicPr>
        <p:blipFill rotWithShape="1">
          <a:blip r:embed="rId4">
            <a:alphaModFix/>
            <a:biLevel thresh="50000"/>
          </a:blip>
          <a:srcRect t="24946" b="43826"/>
          <a:stretch/>
        </p:blipFill>
        <p:spPr>
          <a:xfrm>
            <a:off x="0" y="2849418"/>
            <a:ext cx="3941725" cy="1453107"/>
          </a:xfrm>
          <a:prstGeom prst="rect">
            <a:avLst/>
          </a:prstGeom>
          <a:noFill/>
          <a:ln>
            <a:noFill/>
          </a:ln>
        </p:spPr>
      </p:pic>
      <p:pic>
        <p:nvPicPr>
          <p:cNvPr id="458" name="Google Shape;458;p38"/>
          <p:cNvPicPr preferRelativeResize="0"/>
          <p:nvPr/>
        </p:nvPicPr>
        <p:blipFill>
          <a:blip r:embed="rId5">
            <a:alphaModFix/>
            <a:biLevel thresh="50000"/>
          </a:blip>
          <a:stretch>
            <a:fillRect/>
          </a:stretch>
        </p:blipFill>
        <p:spPr>
          <a:xfrm>
            <a:off x="2053726" y="1398950"/>
            <a:ext cx="1887994" cy="1264075"/>
          </a:xfrm>
          <a:prstGeom prst="rect">
            <a:avLst/>
          </a:prstGeom>
          <a:noFill/>
          <a:ln>
            <a:noFill/>
          </a:ln>
        </p:spPr>
      </p:pic>
      <p:pic>
        <p:nvPicPr>
          <p:cNvPr id="459" name="Google Shape;459;p38"/>
          <p:cNvPicPr preferRelativeResize="0"/>
          <p:nvPr/>
        </p:nvPicPr>
        <p:blipFill>
          <a:blip r:embed="rId6">
            <a:alphaModFix/>
            <a:biLevel thresh="50000"/>
          </a:blip>
          <a:stretch>
            <a:fillRect/>
          </a:stretch>
        </p:blipFill>
        <p:spPr>
          <a:xfrm>
            <a:off x="2094050" y="530025"/>
            <a:ext cx="846575" cy="846575"/>
          </a:xfrm>
          <a:prstGeom prst="rect">
            <a:avLst/>
          </a:prstGeom>
          <a:noFill/>
          <a:ln>
            <a:noFill/>
          </a:ln>
        </p:spPr>
      </p:pic>
      <p:pic>
        <p:nvPicPr>
          <p:cNvPr id="460" name="Google Shape;460;p38"/>
          <p:cNvPicPr preferRelativeResize="0"/>
          <p:nvPr/>
        </p:nvPicPr>
        <p:blipFill>
          <a:blip r:embed="rId7">
            <a:alphaModFix/>
            <a:biLevel thresh="50000"/>
          </a:blip>
          <a:stretch>
            <a:fillRect/>
          </a:stretch>
        </p:blipFill>
        <p:spPr>
          <a:xfrm>
            <a:off x="0" y="-58550"/>
            <a:ext cx="2041574" cy="2721570"/>
          </a:xfrm>
          <a:prstGeom prst="rect">
            <a:avLst/>
          </a:prstGeom>
          <a:noFill/>
          <a:ln>
            <a:noFill/>
          </a:ln>
        </p:spPr>
      </p:pic>
      <p:pic>
        <p:nvPicPr>
          <p:cNvPr id="461" name="Google Shape;461;p38"/>
          <p:cNvPicPr preferRelativeResize="0"/>
          <p:nvPr/>
        </p:nvPicPr>
        <p:blipFill rotWithShape="1">
          <a:blip r:embed="rId8">
            <a:alphaModFix/>
            <a:biLevel thresh="50000"/>
          </a:blip>
          <a:srcRect t="28658" b="25749"/>
          <a:stretch/>
        </p:blipFill>
        <p:spPr>
          <a:xfrm>
            <a:off x="0" y="4302525"/>
            <a:ext cx="2513625" cy="846574"/>
          </a:xfrm>
          <a:prstGeom prst="rect">
            <a:avLst/>
          </a:prstGeom>
          <a:noFill/>
          <a:ln>
            <a:noFill/>
          </a:ln>
        </p:spPr>
      </p:pic>
      <p:pic>
        <p:nvPicPr>
          <p:cNvPr id="462" name="Google Shape;462;p38"/>
          <p:cNvPicPr preferRelativeResize="0"/>
          <p:nvPr/>
        </p:nvPicPr>
        <p:blipFill rotWithShape="1">
          <a:blip r:embed="rId9">
            <a:alphaModFix/>
            <a:biLevel thresh="50000"/>
          </a:blip>
          <a:srcRect l="20160" t="47070" r="21292" b="46263"/>
          <a:stretch/>
        </p:blipFill>
        <p:spPr>
          <a:xfrm>
            <a:off x="0" y="2663019"/>
            <a:ext cx="3941720" cy="176626"/>
          </a:xfrm>
          <a:prstGeom prst="rect">
            <a:avLst/>
          </a:prstGeom>
          <a:noFill/>
          <a:ln>
            <a:noFill/>
          </a:ln>
        </p:spPr>
      </p:pic>
      <p:pic>
        <p:nvPicPr>
          <p:cNvPr id="463" name="Google Shape;463;p38"/>
          <p:cNvPicPr preferRelativeResize="0"/>
          <p:nvPr/>
        </p:nvPicPr>
        <p:blipFill>
          <a:blip r:embed="rId10">
            <a:alphaModFix/>
            <a:biLevel thresh="50000"/>
          </a:blip>
          <a:stretch>
            <a:fillRect/>
          </a:stretch>
        </p:blipFill>
        <p:spPr>
          <a:xfrm>
            <a:off x="2993100" y="518373"/>
            <a:ext cx="951525" cy="846575"/>
          </a:xfrm>
          <a:prstGeom prst="rect">
            <a:avLst/>
          </a:prstGeom>
          <a:noFill/>
          <a:ln>
            <a:noFill/>
          </a:ln>
        </p:spPr>
      </p:pic>
      <p:pic>
        <p:nvPicPr>
          <p:cNvPr id="464" name="Google Shape;464;p38"/>
          <p:cNvPicPr preferRelativeResize="0"/>
          <p:nvPr/>
        </p:nvPicPr>
        <p:blipFill>
          <a:blip r:embed="rId11">
            <a:alphaModFix/>
            <a:biLevel thresh="50000"/>
          </a:blip>
          <a:stretch>
            <a:fillRect/>
          </a:stretch>
        </p:blipFill>
        <p:spPr>
          <a:xfrm>
            <a:off x="2513625" y="4302525"/>
            <a:ext cx="1428100" cy="846575"/>
          </a:xfrm>
          <a:prstGeom prst="rect">
            <a:avLst/>
          </a:prstGeom>
          <a:noFill/>
          <a:ln>
            <a:noFill/>
          </a:ln>
        </p:spPr>
      </p:pic>
      <p:pic>
        <p:nvPicPr>
          <p:cNvPr id="465" name="Google Shape;465;p38"/>
          <p:cNvPicPr preferRelativeResize="0"/>
          <p:nvPr/>
        </p:nvPicPr>
        <p:blipFill>
          <a:blip r:embed="rId12">
            <a:alphaModFix/>
            <a:biLevel thresh="50000"/>
          </a:blip>
          <a:stretch>
            <a:fillRect/>
          </a:stretch>
        </p:blipFill>
        <p:spPr>
          <a:xfrm>
            <a:off x="2053725" y="73875"/>
            <a:ext cx="2130825" cy="258100"/>
          </a:xfrm>
          <a:prstGeom prst="rect">
            <a:avLst/>
          </a:prstGeom>
          <a:noFill/>
          <a:ln>
            <a:noFill/>
          </a:ln>
        </p:spPr>
      </p:pic>
      <p:pic>
        <p:nvPicPr>
          <p:cNvPr id="466" name="Google Shape;466;p38"/>
          <p:cNvPicPr preferRelativeResize="0"/>
          <p:nvPr/>
        </p:nvPicPr>
        <p:blipFill>
          <a:blip r:embed="rId13">
            <a:alphaModFix/>
            <a:biLevel thresh="50000"/>
          </a:blip>
          <a:stretch>
            <a:fillRect/>
          </a:stretch>
        </p:blipFill>
        <p:spPr>
          <a:xfrm>
            <a:off x="3332125" y="250500"/>
            <a:ext cx="190500" cy="257175"/>
          </a:xfrm>
          <a:prstGeom prst="rect">
            <a:avLst/>
          </a:prstGeom>
          <a:noFill/>
          <a:ln>
            <a:noFill/>
          </a:ln>
        </p:spPr>
      </p:pic>
      <p:pic>
        <p:nvPicPr>
          <p:cNvPr id="467" name="Google Shape;467;p38"/>
          <p:cNvPicPr preferRelativeResize="0"/>
          <p:nvPr/>
        </p:nvPicPr>
        <p:blipFill>
          <a:blip r:embed="rId13">
            <a:alphaModFix/>
            <a:biLevel thresh="50000"/>
          </a:blip>
          <a:stretch>
            <a:fillRect/>
          </a:stretch>
        </p:blipFill>
        <p:spPr>
          <a:xfrm>
            <a:off x="2493925" y="250500"/>
            <a:ext cx="190500" cy="257175"/>
          </a:xfrm>
          <a:prstGeom prst="rect">
            <a:avLst/>
          </a:prstGeom>
          <a:noFill/>
          <a:ln>
            <a:noFill/>
          </a:ln>
        </p:spPr>
      </p:pic>
      <p:pic>
        <p:nvPicPr>
          <p:cNvPr id="468" name="Google Shape;468;p38"/>
          <p:cNvPicPr preferRelativeResize="0"/>
          <p:nvPr/>
        </p:nvPicPr>
        <p:blipFill>
          <a:blip r:embed="rId12">
            <a:alphaModFix/>
            <a:biLevel thresh="50000"/>
          </a:blip>
          <a:stretch>
            <a:fillRect/>
          </a:stretch>
        </p:blipFill>
        <p:spPr>
          <a:xfrm rot="-5400000">
            <a:off x="3232400" y="1027362"/>
            <a:ext cx="1811800" cy="258100"/>
          </a:xfrm>
          <a:prstGeom prst="rect">
            <a:avLst/>
          </a:prstGeom>
          <a:noFill/>
          <a:ln>
            <a:noFill/>
          </a:ln>
        </p:spPr>
      </p:pic>
      <p:pic>
        <p:nvPicPr>
          <p:cNvPr id="469" name="Google Shape;469;p38"/>
          <p:cNvPicPr preferRelativeResize="0"/>
          <p:nvPr/>
        </p:nvPicPr>
        <p:blipFill>
          <a:blip r:embed="rId14">
            <a:alphaModFix/>
            <a:biLevel thresh="50000"/>
          </a:blip>
          <a:stretch>
            <a:fillRect/>
          </a:stretch>
        </p:blipFill>
        <p:spPr>
          <a:xfrm>
            <a:off x="76188" y="-2325"/>
            <a:ext cx="462925" cy="462925"/>
          </a:xfrm>
          <a:prstGeom prst="rect">
            <a:avLst/>
          </a:prstGeom>
          <a:noFill/>
          <a:ln>
            <a:noFill/>
          </a:ln>
        </p:spPr>
      </p:pic>
      <p:sp>
        <p:nvSpPr>
          <p:cNvPr id="470" name="Google Shape;470;p38"/>
          <p:cNvSpPr txBox="1"/>
          <p:nvPr/>
        </p:nvSpPr>
        <p:spPr>
          <a:xfrm>
            <a:off x="-2763550" y="1297025"/>
            <a:ext cx="1371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15"/>
              </a:rPr>
              <a:t>https://docs.google.com/presentation/u/0/?authuser=0&amp;usp=slides_web</a:t>
            </a:r>
            <a:endParaRPr>
              <a:latin typeface="Cabin"/>
              <a:ea typeface="Cabin"/>
              <a:cs typeface="Cabin"/>
              <a:sym typeface="Cabi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9"/>
          <p:cNvSpPr txBox="1">
            <a:spLocks noGrp="1"/>
          </p:cNvSpPr>
          <p:nvPr>
            <p:ph type="title"/>
          </p:nvPr>
        </p:nvSpPr>
        <p:spPr>
          <a:xfrm>
            <a:off x="964225" y="6250"/>
            <a:ext cx="6867000" cy="6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i="1"/>
              <a:t>Network Planning</a:t>
            </a:r>
            <a:r>
              <a:rPr lang="en"/>
              <a:t> Martabak Hati</a:t>
            </a:r>
            <a:endParaRPr/>
          </a:p>
        </p:txBody>
      </p:sp>
      <p:grpSp>
        <p:nvGrpSpPr>
          <p:cNvPr id="476" name="Google Shape;476;p39"/>
          <p:cNvGrpSpPr/>
          <p:nvPr/>
        </p:nvGrpSpPr>
        <p:grpSpPr>
          <a:xfrm>
            <a:off x="-1148633" y="-831200"/>
            <a:ext cx="10398946" cy="7199287"/>
            <a:chOff x="-1148633" y="-983600"/>
            <a:chExt cx="10398946" cy="7199287"/>
          </a:xfrm>
        </p:grpSpPr>
        <p:pic>
          <p:nvPicPr>
            <p:cNvPr id="477" name="Google Shape;477;p39"/>
            <p:cNvPicPr preferRelativeResize="0"/>
            <p:nvPr/>
          </p:nvPicPr>
          <p:blipFill rotWithShape="1">
            <a:blip r:embed="rId3">
              <a:alphaModFix/>
            </a:blip>
            <a:srcRect l="230" t="19110" r="-230" b="-19110"/>
            <a:stretch/>
          </p:blipFill>
          <p:spPr>
            <a:xfrm rot="-7741041" flipH="1">
              <a:off x="-1013250" y="3273938"/>
              <a:ext cx="2904851" cy="1733500"/>
            </a:xfrm>
            <a:prstGeom prst="rect">
              <a:avLst/>
            </a:prstGeom>
            <a:noFill/>
            <a:ln>
              <a:noFill/>
            </a:ln>
          </p:spPr>
        </p:pic>
        <p:grpSp>
          <p:nvGrpSpPr>
            <p:cNvPr id="478" name="Google Shape;478;p39"/>
            <p:cNvGrpSpPr/>
            <p:nvPr/>
          </p:nvGrpSpPr>
          <p:grpSpPr>
            <a:xfrm>
              <a:off x="7954516" y="-983600"/>
              <a:ext cx="1295797" cy="1644600"/>
              <a:chOff x="7954516" y="-983600"/>
              <a:chExt cx="1295797" cy="1644600"/>
            </a:xfrm>
          </p:grpSpPr>
          <p:pic>
            <p:nvPicPr>
              <p:cNvPr id="479" name="Google Shape;479;p39"/>
              <p:cNvPicPr preferRelativeResize="0"/>
              <p:nvPr/>
            </p:nvPicPr>
            <p:blipFill>
              <a:blip r:embed="rId4">
                <a:alphaModFix/>
              </a:blip>
              <a:stretch>
                <a:fillRect/>
              </a:stretch>
            </p:blipFill>
            <p:spPr>
              <a:xfrm flipH="1">
                <a:off x="7954516" y="-983600"/>
                <a:ext cx="1295797" cy="1440000"/>
              </a:xfrm>
              <a:prstGeom prst="rect">
                <a:avLst/>
              </a:prstGeom>
              <a:noFill/>
              <a:ln>
                <a:noFill/>
              </a:ln>
            </p:spPr>
          </p:pic>
          <p:sp>
            <p:nvSpPr>
              <p:cNvPr id="480" name="Google Shape;480;p39"/>
              <p:cNvSpPr txBox="1"/>
              <p:nvPr/>
            </p:nvSpPr>
            <p:spPr>
              <a:xfrm>
                <a:off x="8483725" y="214600"/>
                <a:ext cx="39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dk1"/>
                    </a:solidFill>
                    <a:latin typeface="Sora"/>
                    <a:ea typeface="Sora"/>
                    <a:cs typeface="Sora"/>
                    <a:sym typeface="Sora"/>
                  </a:rPr>
                  <a:t>2</a:t>
                </a:r>
                <a:endParaRPr sz="700"/>
              </a:p>
            </p:txBody>
          </p:sp>
        </p:grpSp>
        <p:pic>
          <p:nvPicPr>
            <p:cNvPr id="481" name="Google Shape;481;p39"/>
            <p:cNvPicPr preferRelativeResize="0"/>
            <p:nvPr/>
          </p:nvPicPr>
          <p:blipFill>
            <a:blip r:embed="rId5">
              <a:alphaModFix/>
            </a:blip>
            <a:stretch>
              <a:fillRect/>
            </a:stretch>
          </p:blipFill>
          <p:spPr>
            <a:xfrm rot="10800000" flipH="1">
              <a:off x="7502362" y="4213923"/>
              <a:ext cx="1611176" cy="2001764"/>
            </a:xfrm>
            <a:prstGeom prst="rect">
              <a:avLst/>
            </a:prstGeom>
            <a:noFill/>
            <a:ln>
              <a:noFill/>
            </a:ln>
          </p:spPr>
        </p:pic>
      </p:grpSp>
      <p:pic>
        <p:nvPicPr>
          <p:cNvPr id="482" name="Google Shape;482;p39"/>
          <p:cNvPicPr preferRelativeResize="0"/>
          <p:nvPr/>
        </p:nvPicPr>
        <p:blipFill>
          <a:blip r:embed="rId6">
            <a:alphaModFix/>
          </a:blip>
          <a:stretch>
            <a:fillRect/>
          </a:stretch>
        </p:blipFill>
        <p:spPr>
          <a:xfrm>
            <a:off x="1402100" y="607650"/>
            <a:ext cx="5991225" cy="1828800"/>
          </a:xfrm>
          <a:prstGeom prst="rect">
            <a:avLst/>
          </a:prstGeom>
          <a:noFill/>
          <a:ln>
            <a:noFill/>
          </a:ln>
        </p:spPr>
      </p:pic>
      <p:sp>
        <p:nvSpPr>
          <p:cNvPr id="483" name="Google Shape;483;p39"/>
          <p:cNvSpPr txBox="1"/>
          <p:nvPr/>
        </p:nvSpPr>
        <p:spPr>
          <a:xfrm>
            <a:off x="441475" y="3040575"/>
            <a:ext cx="3618000" cy="174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A → Perencanaan Usaha (Proposal Usaha)</a:t>
            </a:r>
            <a:endParaRPr sz="150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B → Pencarian Lokasi</a:t>
            </a:r>
            <a:endParaRPr sz="150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C → Survey tempat</a:t>
            </a:r>
            <a:endParaRPr sz="150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D → Perencanaan Sewa Tempat</a:t>
            </a:r>
            <a:endParaRPr sz="150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E → Pencarian Desain Tempat</a:t>
            </a:r>
            <a:endParaRPr sz="150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F → Proses Kerja Pembuatan Tempat</a:t>
            </a:r>
            <a:endParaRPr sz="1500">
              <a:solidFill>
                <a:schemeClr val="dk1"/>
              </a:solidFill>
              <a:latin typeface="Cabin"/>
              <a:ea typeface="Cabin"/>
              <a:cs typeface="Cabin"/>
              <a:sym typeface="Cabin"/>
            </a:endParaRPr>
          </a:p>
        </p:txBody>
      </p:sp>
      <p:sp>
        <p:nvSpPr>
          <p:cNvPr id="484" name="Google Shape;484;p39"/>
          <p:cNvSpPr txBox="1"/>
          <p:nvPr/>
        </p:nvSpPr>
        <p:spPr>
          <a:xfrm>
            <a:off x="4048925" y="3040575"/>
            <a:ext cx="5201400" cy="17773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dirty="0">
                <a:solidFill>
                  <a:schemeClr val="dk1"/>
                </a:solidFill>
                <a:latin typeface="Cabin"/>
                <a:ea typeface="Cabin"/>
                <a:cs typeface="Cabin"/>
                <a:sym typeface="Cabin"/>
              </a:rPr>
              <a:t>G → Pembelian Bahan Baku (Peralatan dan Perlengkapan)</a:t>
            </a:r>
            <a:endParaRPr sz="1500" dirty="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dirty="0">
                <a:solidFill>
                  <a:schemeClr val="dk1"/>
                </a:solidFill>
                <a:latin typeface="Cabin"/>
                <a:ea typeface="Cabin"/>
                <a:cs typeface="Cabin"/>
                <a:sym typeface="Cabin"/>
              </a:rPr>
              <a:t>H → Pemasangan Tata Letak Peralatan &amp; Perlengkapan Ruang</a:t>
            </a:r>
            <a:endParaRPr sz="1500" dirty="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dirty="0">
                <a:solidFill>
                  <a:schemeClr val="dk1"/>
                </a:solidFill>
                <a:latin typeface="Cabin"/>
                <a:ea typeface="Cabin"/>
                <a:cs typeface="Cabin"/>
                <a:sym typeface="Cabin"/>
              </a:rPr>
              <a:t>I → Survey Setelah Proses Kerja Pembuatan Tempat Selesai</a:t>
            </a:r>
            <a:endParaRPr sz="1500" dirty="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dirty="0">
                <a:solidFill>
                  <a:schemeClr val="dk1"/>
                </a:solidFill>
                <a:latin typeface="Cabin"/>
                <a:ea typeface="Cabin"/>
                <a:cs typeface="Cabin"/>
                <a:sym typeface="Cabin"/>
              </a:rPr>
              <a:t>J → Perekrutan Karyawan</a:t>
            </a:r>
            <a:endParaRPr sz="1500" dirty="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dirty="0">
                <a:solidFill>
                  <a:schemeClr val="dk1"/>
                </a:solidFill>
                <a:latin typeface="Cabin"/>
                <a:ea typeface="Cabin"/>
                <a:cs typeface="Cabin"/>
                <a:sym typeface="Cabin"/>
              </a:rPr>
              <a:t>K → Pelatihan Karyawan</a:t>
            </a:r>
            <a:endParaRPr sz="1500" dirty="0">
              <a:solidFill>
                <a:schemeClr val="dk1"/>
              </a:solidFill>
              <a:latin typeface="Cabin"/>
              <a:ea typeface="Cabin"/>
              <a:cs typeface="Cabin"/>
              <a:sym typeface="Cabin"/>
            </a:endParaRPr>
          </a:p>
          <a:p>
            <a:pPr marL="0" lvl="0" indent="0" algn="l" rtl="0">
              <a:lnSpc>
                <a:spcPct val="115000"/>
              </a:lnSpc>
              <a:spcBef>
                <a:spcPts val="0"/>
              </a:spcBef>
              <a:spcAft>
                <a:spcPts val="0"/>
              </a:spcAft>
              <a:buNone/>
            </a:pPr>
            <a:r>
              <a:rPr lang="en" sz="1500" dirty="0">
                <a:solidFill>
                  <a:schemeClr val="dk1"/>
                </a:solidFill>
                <a:latin typeface="Cabin"/>
                <a:ea typeface="Cabin"/>
                <a:cs typeface="Cabin"/>
                <a:sym typeface="Cabin"/>
              </a:rPr>
              <a:t>L → Pembukaan Usaha</a:t>
            </a:r>
            <a:endParaRPr sz="1500" dirty="0">
              <a:solidFill>
                <a:schemeClr val="dk1"/>
              </a:solidFill>
              <a:latin typeface="Cabin"/>
              <a:ea typeface="Cabin"/>
              <a:cs typeface="Cabin"/>
              <a:sym typeface="Cabin"/>
            </a:endParaRPr>
          </a:p>
        </p:txBody>
      </p:sp>
      <p:sp>
        <p:nvSpPr>
          <p:cNvPr id="485" name="Google Shape;485;p39"/>
          <p:cNvSpPr txBox="1"/>
          <p:nvPr/>
        </p:nvSpPr>
        <p:spPr>
          <a:xfrm>
            <a:off x="3693319" y="2625075"/>
            <a:ext cx="14088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a:solidFill>
                  <a:schemeClr val="dk1"/>
                </a:solidFill>
                <a:latin typeface="Cabin"/>
                <a:ea typeface="Cabin"/>
                <a:cs typeface="Cabin"/>
                <a:sym typeface="Cabin"/>
              </a:rPr>
              <a:t>Keterangan: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i="1"/>
              <a:t>Gantt Chart </a:t>
            </a:r>
            <a:r>
              <a:rPr lang="en"/>
              <a:t>Martabak Manis</a:t>
            </a:r>
            <a:endParaRPr/>
          </a:p>
        </p:txBody>
      </p:sp>
      <p:pic>
        <p:nvPicPr>
          <p:cNvPr id="4" name="Picture 3">
            <a:extLst>
              <a:ext uri="{FF2B5EF4-FFF2-40B4-BE49-F238E27FC236}">
                <a16:creationId xmlns:a16="http://schemas.microsoft.com/office/drawing/2014/main" id="{6BC5FF61-6BDE-CF39-F573-044A940F3F88}"/>
              </a:ext>
            </a:extLst>
          </p:cNvPr>
          <p:cNvPicPr>
            <a:picLocks noChangeAspect="1"/>
          </p:cNvPicPr>
          <p:nvPr/>
        </p:nvPicPr>
        <p:blipFill>
          <a:blip r:embed="rId3"/>
          <a:stretch>
            <a:fillRect/>
          </a:stretch>
        </p:blipFill>
        <p:spPr>
          <a:xfrm>
            <a:off x="1372195" y="1238151"/>
            <a:ext cx="6399609" cy="331964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1"/>
          <p:cNvSpPr txBox="1">
            <a:spLocks noGrp="1"/>
          </p:cNvSpPr>
          <p:nvPr>
            <p:ph type="title"/>
          </p:nvPr>
        </p:nvSpPr>
        <p:spPr>
          <a:xfrm>
            <a:off x="1627325" y="2373600"/>
            <a:ext cx="6247800" cy="861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Aspek SDM</a:t>
            </a:r>
            <a:endParaRPr/>
          </a:p>
        </p:txBody>
      </p:sp>
      <p:sp>
        <p:nvSpPr>
          <p:cNvPr id="497" name="Google Shape;497;p41"/>
          <p:cNvSpPr txBox="1">
            <a:spLocks noGrp="1"/>
          </p:cNvSpPr>
          <p:nvPr>
            <p:ph type="title" idx="2"/>
          </p:nvPr>
        </p:nvSpPr>
        <p:spPr>
          <a:xfrm>
            <a:off x="4027150" y="1070700"/>
            <a:ext cx="1218000" cy="102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cxnSp>
        <p:nvCxnSpPr>
          <p:cNvPr id="498" name="Google Shape;498;p41"/>
          <p:cNvCxnSpPr/>
          <p:nvPr/>
        </p:nvCxnSpPr>
        <p:spPr>
          <a:xfrm>
            <a:off x="3664600" y="2149771"/>
            <a:ext cx="1815000" cy="0"/>
          </a:xfrm>
          <a:prstGeom prst="straightConnector1">
            <a:avLst/>
          </a:prstGeom>
          <a:noFill/>
          <a:ln w="9525" cap="flat" cmpd="sng">
            <a:solidFill>
              <a:schemeClr val="dk1"/>
            </a:solidFill>
            <a:prstDash val="solid"/>
            <a:round/>
            <a:headEnd type="oval" w="med" len="med"/>
            <a:tailEnd type="oval"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42"/>
          <p:cNvSpPr txBox="1">
            <a:spLocks noGrp="1"/>
          </p:cNvSpPr>
          <p:nvPr>
            <p:ph type="subTitle" idx="1"/>
          </p:nvPr>
        </p:nvSpPr>
        <p:spPr>
          <a:xfrm>
            <a:off x="491450" y="880725"/>
            <a:ext cx="24900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Perencanaan SDM</a:t>
            </a:r>
            <a:endParaRPr/>
          </a:p>
        </p:txBody>
      </p:sp>
      <p:sp>
        <p:nvSpPr>
          <p:cNvPr id="504" name="Google Shape;504;p42"/>
          <p:cNvSpPr txBox="1">
            <a:spLocks noGrp="1"/>
          </p:cNvSpPr>
          <p:nvPr>
            <p:ph type="subTitle" idx="5"/>
          </p:nvPr>
        </p:nvSpPr>
        <p:spPr>
          <a:xfrm>
            <a:off x="3403225" y="860025"/>
            <a:ext cx="2490000" cy="66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Perekrutan dan Seleksi SDM</a:t>
            </a:r>
            <a:endParaRPr/>
          </a:p>
        </p:txBody>
      </p:sp>
      <p:sp>
        <p:nvSpPr>
          <p:cNvPr id="505" name="Google Shape;505;p42"/>
          <p:cNvSpPr txBox="1">
            <a:spLocks noGrp="1"/>
          </p:cNvSpPr>
          <p:nvPr>
            <p:ph type="subTitle" idx="6"/>
          </p:nvPr>
        </p:nvSpPr>
        <p:spPr>
          <a:xfrm>
            <a:off x="6046950" y="918825"/>
            <a:ext cx="26766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Pengembangan SDM</a:t>
            </a:r>
            <a:endParaRPr/>
          </a:p>
        </p:txBody>
      </p:sp>
      <p:sp>
        <p:nvSpPr>
          <p:cNvPr id="506" name="Google Shape;506;p42"/>
          <p:cNvSpPr txBox="1">
            <a:spLocks noGrp="1"/>
          </p:cNvSpPr>
          <p:nvPr>
            <p:ph type="subTitle" idx="2"/>
          </p:nvPr>
        </p:nvSpPr>
        <p:spPr>
          <a:xfrm>
            <a:off x="148850" y="1409925"/>
            <a:ext cx="3211500" cy="3355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dirty="0"/>
              <a:t>Proses untuk </a:t>
            </a:r>
            <a:r>
              <a:rPr lang="en" sz="1500" b="1" dirty="0"/>
              <a:t>menentukan kebutuhan SDM </a:t>
            </a:r>
            <a:r>
              <a:rPr lang="en" sz="1500" dirty="0"/>
              <a:t>yang dibutuhkan  dengan </a:t>
            </a:r>
            <a:r>
              <a:rPr lang="en" sz="1500" b="1" dirty="0"/>
              <a:t>jumlah SDM </a:t>
            </a:r>
            <a:r>
              <a:rPr lang="en" sz="1500" dirty="0"/>
              <a:t>yang tepat, dengan </a:t>
            </a:r>
            <a:r>
              <a:rPr lang="en" sz="1500" b="1" dirty="0"/>
              <a:t>keterampilan dan pengalaman </a:t>
            </a:r>
            <a:r>
              <a:rPr lang="en" sz="1500" dirty="0"/>
              <a:t>yang sesuai dengan kebutuhan. Memperhatikan kebutuhan SDM untuk </a:t>
            </a:r>
            <a:r>
              <a:rPr lang="en" sz="1500" b="1" dirty="0"/>
              <a:t>memproduksi dan melayani pelanggan</a:t>
            </a:r>
            <a:r>
              <a:rPr lang="en" sz="1500" dirty="0"/>
              <a:t>, dengan </a:t>
            </a:r>
            <a:r>
              <a:rPr lang="en" sz="1500" b="1" dirty="0"/>
              <a:t>keterampilan dan pengalaman</a:t>
            </a:r>
            <a:r>
              <a:rPr lang="en" sz="1500" dirty="0"/>
              <a:t> untuk setiap posisi yang berbeda. Serta </a:t>
            </a:r>
            <a:r>
              <a:rPr lang="en" sz="1500" b="1" dirty="0"/>
              <a:t>mempertimbangkan setiap biaya</a:t>
            </a:r>
            <a:r>
              <a:rPr lang="en" sz="1500" dirty="0"/>
              <a:t> untuk mengelola SDM</a:t>
            </a:r>
            <a:endParaRPr sz="1500" dirty="0"/>
          </a:p>
        </p:txBody>
      </p:sp>
      <p:sp>
        <p:nvSpPr>
          <p:cNvPr id="507" name="Google Shape;507;p42"/>
          <p:cNvSpPr txBox="1">
            <a:spLocks noGrp="1"/>
          </p:cNvSpPr>
          <p:nvPr>
            <p:ph type="subTitle" idx="3"/>
          </p:nvPr>
        </p:nvSpPr>
        <p:spPr>
          <a:xfrm>
            <a:off x="3403225" y="1315999"/>
            <a:ext cx="2676600" cy="3563315"/>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None/>
            </a:pPr>
            <a:r>
              <a:rPr lang="en" sz="1500" dirty="0"/>
              <a:t>Proses </a:t>
            </a:r>
            <a:r>
              <a:rPr lang="en" sz="1500" b="1" dirty="0"/>
              <a:t>pencarian calon karyawan</a:t>
            </a:r>
            <a:r>
              <a:rPr lang="en" sz="1500" dirty="0"/>
              <a:t> yang memenuhi kualifikasi untuk posisi yang dibutuhkan dan </a:t>
            </a:r>
            <a:r>
              <a:rPr lang="en" sz="1500" b="1" dirty="0"/>
              <a:t>memilih karyawan yang lolos dan sesuai kualifikasi</a:t>
            </a:r>
            <a:r>
              <a:rPr lang="en" sz="1500" dirty="0"/>
              <a:t>. Proses ini dapat dilakukan dengan </a:t>
            </a:r>
            <a:r>
              <a:rPr lang="en" sz="1500" b="1" dirty="0"/>
              <a:t>membuat iklan lowongan kerja </a:t>
            </a:r>
            <a:r>
              <a:rPr lang="en" sz="1500" dirty="0"/>
              <a:t>sesuai posisi yang dibutuhkan dan akan </a:t>
            </a:r>
            <a:r>
              <a:rPr lang="en" sz="1500" b="1" dirty="0"/>
              <a:t>diseleksi</a:t>
            </a:r>
            <a:r>
              <a:rPr lang="en" sz="1500" dirty="0"/>
              <a:t> melalui wawancara, tes keterampilan</a:t>
            </a:r>
            <a:endParaRPr sz="1500" dirty="0"/>
          </a:p>
        </p:txBody>
      </p:sp>
      <p:sp>
        <p:nvSpPr>
          <p:cNvPr id="508" name="Google Shape;508;p42"/>
          <p:cNvSpPr txBox="1">
            <a:spLocks noGrp="1"/>
          </p:cNvSpPr>
          <p:nvPr>
            <p:ph type="subTitle" idx="4"/>
          </p:nvPr>
        </p:nvSpPr>
        <p:spPr>
          <a:xfrm>
            <a:off x="6233550" y="1468400"/>
            <a:ext cx="2676600" cy="1008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dirty="0"/>
              <a:t>Meningkatkan keterampilan dan pengetahuan SDM melalui </a:t>
            </a:r>
            <a:r>
              <a:rPr lang="en" sz="1500" b="1" dirty="0"/>
              <a:t>pelatihan dan kursus </a:t>
            </a:r>
            <a:r>
              <a:rPr lang="en" sz="1500" dirty="0"/>
              <a:t>sesuai dengan bidang pekerjaan </a:t>
            </a:r>
            <a:endParaRPr sz="1500" dirty="0"/>
          </a:p>
        </p:txBody>
      </p:sp>
      <p:cxnSp>
        <p:nvCxnSpPr>
          <p:cNvPr id="509" name="Google Shape;509;p42"/>
          <p:cNvCxnSpPr/>
          <p:nvPr/>
        </p:nvCxnSpPr>
        <p:spPr>
          <a:xfrm>
            <a:off x="1413050" y="7841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510" name="Google Shape;510;p42"/>
          <p:cNvCxnSpPr/>
          <p:nvPr/>
        </p:nvCxnSpPr>
        <p:spPr>
          <a:xfrm>
            <a:off x="4324800" y="784146"/>
            <a:ext cx="646800" cy="0"/>
          </a:xfrm>
          <a:prstGeom prst="straightConnector1">
            <a:avLst/>
          </a:prstGeom>
          <a:noFill/>
          <a:ln w="9525" cap="flat" cmpd="sng">
            <a:solidFill>
              <a:schemeClr val="dk1"/>
            </a:solidFill>
            <a:prstDash val="solid"/>
            <a:round/>
            <a:headEnd type="oval" w="med" len="med"/>
            <a:tailEnd type="oval" w="med" len="med"/>
          </a:ln>
        </p:spPr>
      </p:cxnSp>
      <p:cxnSp>
        <p:nvCxnSpPr>
          <p:cNvPr id="511" name="Google Shape;511;p42"/>
          <p:cNvCxnSpPr/>
          <p:nvPr/>
        </p:nvCxnSpPr>
        <p:spPr>
          <a:xfrm>
            <a:off x="7007950" y="860346"/>
            <a:ext cx="646800" cy="0"/>
          </a:xfrm>
          <a:prstGeom prst="straightConnector1">
            <a:avLst/>
          </a:prstGeom>
          <a:noFill/>
          <a:ln w="9525" cap="flat" cmpd="sng">
            <a:solidFill>
              <a:schemeClr val="dk1"/>
            </a:solidFill>
            <a:prstDash val="solid"/>
            <a:round/>
            <a:headEnd type="oval" w="med" len="med"/>
            <a:tailEnd type="oval" w="med" len="med"/>
          </a:ln>
        </p:spPr>
      </p:cxnSp>
      <p:grpSp>
        <p:nvGrpSpPr>
          <p:cNvPr id="512" name="Google Shape;512;p42"/>
          <p:cNvGrpSpPr/>
          <p:nvPr/>
        </p:nvGrpSpPr>
        <p:grpSpPr>
          <a:xfrm>
            <a:off x="4478101" y="264185"/>
            <a:ext cx="340204" cy="298116"/>
            <a:chOff x="899850" y="871450"/>
            <a:chExt cx="483175" cy="423400"/>
          </a:xfrm>
        </p:grpSpPr>
        <p:sp>
          <p:nvSpPr>
            <p:cNvPr id="513" name="Google Shape;513;p42"/>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4" name="Google Shape;514;p42"/>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5" name="Google Shape;515;p42"/>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6" name="Google Shape;516;p42"/>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17" name="Google Shape;517;p42"/>
          <p:cNvSpPr/>
          <p:nvPr/>
        </p:nvSpPr>
        <p:spPr>
          <a:xfrm>
            <a:off x="7161730" y="330386"/>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18" name="Google Shape;518;p42"/>
          <p:cNvGrpSpPr/>
          <p:nvPr/>
        </p:nvGrpSpPr>
        <p:grpSpPr>
          <a:xfrm>
            <a:off x="1600702" y="243941"/>
            <a:ext cx="305386" cy="338602"/>
            <a:chOff x="3300325" y="249875"/>
            <a:chExt cx="433725" cy="480900"/>
          </a:xfrm>
        </p:grpSpPr>
        <p:sp>
          <p:nvSpPr>
            <p:cNvPr id="519" name="Google Shape;519;p42"/>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0" name="Google Shape;520;p42"/>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1" name="Google Shape;521;p42"/>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2" name="Google Shape;522;p42"/>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3" name="Google Shape;523;p42"/>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4" name="Google Shape;524;p42"/>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25" name="Google Shape;525;p42"/>
          <p:cNvSpPr txBox="1">
            <a:spLocks noGrp="1"/>
          </p:cNvSpPr>
          <p:nvPr>
            <p:ph type="subTitle" idx="6"/>
          </p:nvPr>
        </p:nvSpPr>
        <p:spPr>
          <a:xfrm>
            <a:off x="6046950" y="2595225"/>
            <a:ext cx="2676600" cy="49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Pemeliharaan  SDM</a:t>
            </a:r>
            <a:endParaRPr/>
          </a:p>
        </p:txBody>
      </p:sp>
      <p:sp>
        <p:nvSpPr>
          <p:cNvPr id="526" name="Google Shape;526;p42"/>
          <p:cNvSpPr txBox="1">
            <a:spLocks noGrp="1"/>
          </p:cNvSpPr>
          <p:nvPr>
            <p:ph type="subTitle" idx="4"/>
          </p:nvPr>
        </p:nvSpPr>
        <p:spPr>
          <a:xfrm>
            <a:off x="6233550" y="3144800"/>
            <a:ext cx="2676600" cy="1458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dirty="0"/>
              <a:t>Menjaga agar karyawan tetap termotivasi dan produktif untuk bekerja dengan memberikan </a:t>
            </a:r>
            <a:r>
              <a:rPr lang="en" sz="1500" b="1" dirty="0"/>
              <a:t>gaji dan tunjangan</a:t>
            </a:r>
            <a:r>
              <a:rPr lang="en" sz="1500" dirty="0"/>
              <a:t>, menyediakan </a:t>
            </a:r>
            <a:r>
              <a:rPr lang="en" sz="1500" b="1" dirty="0"/>
              <a:t>lingkungan yang nyaman.</a:t>
            </a:r>
            <a:endParaRPr sz="15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3"/>
          <p:cNvSpPr txBox="1">
            <a:spLocks noGrp="1"/>
          </p:cNvSpPr>
          <p:nvPr>
            <p:ph type="title"/>
          </p:nvPr>
        </p:nvSpPr>
        <p:spPr>
          <a:xfrm>
            <a:off x="720000" y="64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Jobdesk Karyawan</a:t>
            </a:r>
            <a:endParaRPr dirty="0"/>
          </a:p>
        </p:txBody>
      </p:sp>
      <p:sp>
        <p:nvSpPr>
          <p:cNvPr id="5" name="TextBox 4">
            <a:extLst>
              <a:ext uri="{FF2B5EF4-FFF2-40B4-BE49-F238E27FC236}">
                <a16:creationId xmlns:a16="http://schemas.microsoft.com/office/drawing/2014/main" id="{60020C19-8E7D-183B-97CB-B7E6EE4E7A61}"/>
              </a:ext>
            </a:extLst>
          </p:cNvPr>
          <p:cNvSpPr txBox="1"/>
          <p:nvPr/>
        </p:nvSpPr>
        <p:spPr>
          <a:xfrm>
            <a:off x="720000" y="977472"/>
            <a:ext cx="7704000" cy="3541162"/>
          </a:xfrm>
          <a:prstGeom prst="rect">
            <a:avLst/>
          </a:prstGeom>
          <a:noFill/>
        </p:spPr>
        <p:txBody>
          <a:bodyPr wrap="square">
            <a:spAutoFit/>
          </a:bodyPr>
          <a:lstStyle/>
          <a:p>
            <a:pPr algn="just">
              <a:lnSpc>
                <a:spcPct val="115000"/>
              </a:lnSpc>
            </a:pPr>
            <a:r>
              <a:rPr lang="id-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Manajer took</a:t>
            </a:r>
            <a:r>
              <a:rPr lang="en-US"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(1)</a:t>
            </a:r>
            <a:r>
              <a:rPr lang="id-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Memastikan situasi dan kondisi kerja produktif, memberikan report kinerja dan keuangan setiap bulan kepada pemiliki martabak hati, dan memastikan setiap kinerja karyawan sudah sesuai dengan SOP yang telah ditentukan.</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Pembuat Martabak</a:t>
            </a:r>
            <a:r>
              <a:rPr lang="en-US"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(5)</a:t>
            </a:r>
            <a:r>
              <a:rPr lang="id-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Membuat adonan martabak, memanggang adonan, memberikan topping martabak sesuai pesanan, memotong dan menyajikan martabak, memastikan martabak dibuat dengan kualitas yang baik dan bersih.</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Pelayan</a:t>
            </a:r>
            <a:r>
              <a:rPr lang="en-US"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(3)</a:t>
            </a:r>
            <a:r>
              <a:rPr lang="id-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4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Memastikan setiap pesanan benar, mengantar pesanan kepada pelanggan yang dine-in, melayani permintaan customer, membersihkan tempat yang sudah selesai ditempati customer sebelumnya, menjamin kebersihan ruangan dine-in dan sekitarnya, membantu membersihkan semua peralatan yang sudah digunakan.</a:t>
            </a:r>
            <a:endParaRPr lang="en-ID" sz="14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3"/>
          <p:cNvSpPr txBox="1">
            <a:spLocks noGrp="1"/>
          </p:cNvSpPr>
          <p:nvPr>
            <p:ph type="title"/>
          </p:nvPr>
        </p:nvSpPr>
        <p:spPr>
          <a:xfrm>
            <a:off x="720000" y="64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Jobdesk Karyawan</a:t>
            </a:r>
            <a:endParaRPr dirty="0"/>
          </a:p>
        </p:txBody>
      </p:sp>
      <p:sp>
        <p:nvSpPr>
          <p:cNvPr id="5" name="TextBox 4">
            <a:extLst>
              <a:ext uri="{FF2B5EF4-FFF2-40B4-BE49-F238E27FC236}">
                <a16:creationId xmlns:a16="http://schemas.microsoft.com/office/drawing/2014/main" id="{60020C19-8E7D-183B-97CB-B7E6EE4E7A61}"/>
              </a:ext>
            </a:extLst>
          </p:cNvPr>
          <p:cNvSpPr txBox="1"/>
          <p:nvPr/>
        </p:nvSpPr>
        <p:spPr>
          <a:xfrm>
            <a:off x="422031" y="766453"/>
            <a:ext cx="8299937" cy="4207947"/>
          </a:xfrm>
          <a:prstGeom prst="rect">
            <a:avLst/>
          </a:prstGeom>
          <a:noFill/>
        </p:spPr>
        <p:txBody>
          <a:bodyPr wrap="square">
            <a:spAutoFit/>
          </a:bodyPr>
          <a:lstStyle/>
          <a:p>
            <a:pPr algn="just">
              <a:lnSpc>
                <a:spcPct val="115000"/>
              </a:lnSpc>
            </a:pPr>
            <a:r>
              <a:rPr lang="id-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Kasir</a:t>
            </a:r>
            <a:r>
              <a:rPr lang="en-US"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(1)</a:t>
            </a:r>
            <a:r>
              <a:rPr lang="id-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Melayani pembayaran, memastikan pembayaran sudah benar, menghitung total pemasukan per hari, memberikan report pemasukan kepada manajer martabak hati</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Stock Man</a:t>
            </a:r>
            <a:r>
              <a:rPr lang="en-US"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(1)</a:t>
            </a:r>
            <a:r>
              <a:rPr lang="id-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Memastikan stock bahan baku tersedia, membeli keperluan bahan baku, menajmin kualitas dan kebersihan bahan baku, memperhatikan ruang stock bahan baku berish dari hama.</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Delivery Man</a:t>
            </a:r>
            <a:r>
              <a:rPr lang="en-US"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 (1)</a:t>
            </a:r>
            <a:r>
              <a:rPr lang="id-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a:p>
            <a:pPr algn="just">
              <a:lnSpc>
                <a:spcPct val="115000"/>
              </a:lnSpc>
            </a:pPr>
            <a:r>
              <a:rPr lang="id-ID" sz="1800" b="0"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rPr>
              <a:t>Mengantar pesanan martabak ke customer, memastikan setiap pesanan sudah sesuai, memperhatikan kualitas martabak, menjamin pesanan sudah sampai di tangan konsumen.</a:t>
            </a:r>
            <a:endParaRPr lang="en-ID" sz="1800" b="1" dirty="0">
              <a:solidFill>
                <a:schemeClr val="accent6"/>
              </a:solidFill>
              <a:effectLst/>
              <a:latin typeface="Times New Roman" panose="02020603050405020304" pitchFamily="18"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7426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Gaji SDM</a:t>
            </a:r>
            <a:endParaRPr/>
          </a:p>
        </p:txBody>
      </p:sp>
      <p:pic>
        <p:nvPicPr>
          <p:cNvPr id="2" name="Picture 1">
            <a:extLst>
              <a:ext uri="{FF2B5EF4-FFF2-40B4-BE49-F238E27FC236}">
                <a16:creationId xmlns:a16="http://schemas.microsoft.com/office/drawing/2014/main" id="{CA5543C1-E750-0E11-8A4C-54A42C6B4C82}"/>
              </a:ext>
            </a:extLst>
          </p:cNvPr>
          <p:cNvPicPr>
            <a:picLocks noChangeAspect="1"/>
          </p:cNvPicPr>
          <p:nvPr/>
        </p:nvPicPr>
        <p:blipFill rotWithShape="1">
          <a:blip r:embed="rId3">
            <a:extLst>
              <a:ext uri="{28A0092B-C50C-407E-A947-70E740481C1C}">
                <a14:useLocalDpi xmlns:a14="http://schemas.microsoft.com/office/drawing/2010/main" val="0"/>
              </a:ext>
            </a:extLst>
          </a:blip>
          <a:srcRect l="1" r="15289" b="12422"/>
          <a:stretch/>
        </p:blipFill>
        <p:spPr bwMode="auto">
          <a:xfrm>
            <a:off x="133695" y="1571510"/>
            <a:ext cx="8781705" cy="20157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6"/>
          <p:cNvSpPr txBox="1">
            <a:spLocks noGrp="1"/>
          </p:cNvSpPr>
          <p:nvPr>
            <p:ph type="title"/>
          </p:nvPr>
        </p:nvSpPr>
        <p:spPr>
          <a:xfrm>
            <a:off x="720000" y="2101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Molecular Typography Social Media Strategy by Slidesgo">
  <a:themeElements>
    <a:clrScheme name="Simple Light">
      <a:dk1>
        <a:srgbClr val="F5F5F6"/>
      </a:dk1>
      <a:lt1>
        <a:srgbClr val="808194"/>
      </a:lt1>
      <a:dk2>
        <a:srgbClr val="000649"/>
      </a:dk2>
      <a:lt2>
        <a:srgbClr val="000C79"/>
      </a:lt2>
      <a:accent1>
        <a:srgbClr val="0011AC"/>
      </a:accent1>
      <a:accent2>
        <a:srgbClr val="0016DF"/>
      </a:accent2>
      <a:accent3>
        <a:srgbClr val="FFFFFF"/>
      </a:accent3>
      <a:accent4>
        <a:srgbClr val="FFFFFF"/>
      </a:accent4>
      <a:accent5>
        <a:srgbClr val="FFFFFF"/>
      </a:accent5>
      <a:accent6>
        <a:srgbClr val="FFFFFF"/>
      </a:accent6>
      <a:hlink>
        <a:srgbClr val="F5F5F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1204</Words>
  <Application>Microsoft Office PowerPoint</Application>
  <PresentationFormat>On-screen Show (16:9)</PresentationFormat>
  <Paragraphs>140</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Cabin</vt:lpstr>
      <vt:lpstr>Times New Roman</vt:lpstr>
      <vt:lpstr>Albert Sans</vt:lpstr>
      <vt:lpstr>Sora</vt:lpstr>
      <vt:lpstr>Arial</vt:lpstr>
      <vt:lpstr>Molecular Typography Social Media Strategy by Slidesgo</vt:lpstr>
      <vt:lpstr>Martabak Hati -sesuai selera hatimu-</vt:lpstr>
      <vt:lpstr>Table of Contents</vt:lpstr>
      <vt:lpstr>Filosofi Martabak</vt:lpstr>
      <vt:lpstr>Martabak</vt:lpstr>
      <vt:lpstr>Martabak Manis</vt:lpstr>
      <vt:lpstr>Martabak Asin</vt:lpstr>
      <vt:lpstr>Aspek Pemasaran</vt:lpstr>
      <vt:lpstr>STP</vt:lpstr>
      <vt:lpstr>Diferensiasi</vt:lpstr>
      <vt:lpstr>Marketing Mix (7P)</vt:lpstr>
      <vt:lpstr>Aspek Teknis Operasi</vt:lpstr>
      <vt:lpstr>Aktiva Tetap &amp; Bahan Baku</vt:lpstr>
      <vt:lpstr>Lokasi Martabak Hati</vt:lpstr>
      <vt:lpstr>Layout Martabak Manis</vt:lpstr>
      <vt:lpstr>Network Planning Martabak Hati</vt:lpstr>
      <vt:lpstr>Gantt Chart Martabak Manis</vt:lpstr>
      <vt:lpstr>Aspek SDM</vt:lpstr>
      <vt:lpstr>PowerPoint Presentation</vt:lpstr>
      <vt:lpstr> Jobdesk Karyawan</vt:lpstr>
      <vt:lpstr> Jobdesk Karyawan</vt:lpstr>
      <vt:lpstr>Gaji SDM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Martabak Hati -sesuai selera hatimu-</dc:title>
  <cp:lastModifiedBy>Lenovo Ideapad</cp:lastModifiedBy>
  <cp:revision>17</cp:revision>
  <dcterms:modified xsi:type="dcterms:W3CDTF">2023-11-09T08:52:11Z</dcterms:modified>
</cp:coreProperties>
</file>